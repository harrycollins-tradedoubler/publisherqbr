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19 February 2026 – 19 May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19 May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19 February 2025 – 19 May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EUR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93,107 vs 98,729 PY -5.7%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€15,913,142 vs €24,652,989 PY -35.5%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€706,981 vs €966,077 PY -26.8%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41248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€67,578 vs €158,760 PY -57.4%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53712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€774,559 vs €1,124,837 PY -31.1%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266176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25.7% vs 23.4% PY +9.8%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topcashback, performance was mixed in Feb 2026 – May 2026. Conversions moved -5.7% to 93,107 and conversion rate moved +9.8% to 25.7%. Publisher commission decreased -26.8% to €706,981, while digital wallet earnings decreased -57.4% to €67,578. Total earnings ended at €774,559 (-31.1%) and total order value decreased -35.5% to €15,913,142.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93,107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98,729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-5,622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362,990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422,612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-59,622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€2.13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€2.66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-€0.53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1.10x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1.16x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-0.07x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€15,913,142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€24,652,989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-€8,739,847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€706,981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€966,077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-€259,096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€67,578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€158,760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-€91,182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€774,559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€1,124,837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-€350,278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-31.1%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248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247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155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€127,625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€130,625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11,443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€1,705,006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+89.4%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€110,397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€112,438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€415,845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+47.1%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+61.2%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246156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€78,486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€80,486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53,353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€5,648,162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€39,696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€1,538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€41,233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1,087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€391,466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+72.3%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€35,673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€35,790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€137,906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+84.2%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+83.8%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€27,323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€27,323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€541,844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€19,291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€19,291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€486,500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+102.5%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+102.5%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€17,775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€17,775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€81,284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-69.5%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€17,352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€17,352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€812,202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-62.8%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236409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€14,525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€14,525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2,800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€86,274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329603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€13,820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€35,065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€48,885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€413,884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-83.7%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-61.5%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Rose Assurance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€346,033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(+89.4%)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139240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1046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€60,224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(+47.7%)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824401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63045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€35,657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(+79.6%)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6765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5409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€17,593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(+83.6%)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375581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4225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€16,244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Ferries UK (+102.5%)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258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6446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€9,767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Rose Assurance (N/A)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22223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60867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€9,611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Petgevity (+259.9%)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315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1801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€6,192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Mortgage Genie (+145.9%)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13146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7011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€5,686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Serenata Flowers (N/A)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12234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60988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€5,292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Eurowings UK (+288.6%)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10648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45133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€4,606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eFlorist UK (-40.2%)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167629" y="4077218"/>
            <a:ext cx="22529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80661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-€9,744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Lycamobile (-75.3%)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165898" y="4319534"/>
            <a:ext cx="22702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78930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-€9,819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Lufthansa UK (-100.0%)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125169" y="4561850"/>
            <a:ext cx="26775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38201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-€11,581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InsureandGo (-40.3%)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115959" y="4804166"/>
            <a:ext cx="27696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28991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-€11,979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(-56.8%)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114119" y="5046482"/>
            <a:ext cx="27880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27151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-€12,059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(-45.0%)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6876161" y="5288798"/>
            <a:ext cx="516763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89193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-€22,351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Disneyland Paris GB (-60.1%)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788054" y="5531114"/>
            <a:ext cx="60487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01086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-€26,162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Republic (Closed 17.09.2025) (-100.0%)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272142" y="5773430"/>
            <a:ext cx="112078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385174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-€48,476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(-83.7%)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748190" y="6015746"/>
            <a:ext cx="16447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861222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-€71,137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(-64.8%)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050792" y="6258062"/>
            <a:ext cx="334213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95935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-€144,552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Rose Assurance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€346,033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391591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Serenata Flowers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€30,112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€5,292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€5,292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377698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Ferryhopper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€63,474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€1,904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€1,904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396847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Merach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€18,126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€1,813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€1,813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393448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Bargain Hardware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€9,953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380893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Esdemarca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€5,360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353828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Vinatis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€6,013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377545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Blenheim Palace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382842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Clickrent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€3,025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385129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Circle Line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€3,268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€5,733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€2,769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€2,404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€14,173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358537" y="4993218"/>
            <a:ext cx="182880" cy="74007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00507" y="4480171"/>
            <a:ext cx="182880" cy="12531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42478" y="4310893"/>
            <a:ext cx="182880" cy="142239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84448" y="4156245"/>
            <a:ext cx="182880" cy="157704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26418" y="4448510"/>
            <a:ext cx="182880" cy="128477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68389" y="4383199"/>
            <a:ext cx="182880" cy="135008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0359" y="4528383"/>
            <a:ext cx="182880" cy="120490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2329" y="4658754"/>
            <a:ext cx="182880" cy="107453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294299" y="4615571"/>
            <a:ext cx="182880" cy="11177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36270" y="4711903"/>
            <a:ext cx="182880" cy="102138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778240" y="4291096"/>
            <a:ext cx="182880" cy="1442192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520210" y="4446293"/>
            <a:ext cx="182880" cy="128699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262181" y="4556707"/>
            <a:ext cx="182880" cy="117658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004151" y="5523456"/>
            <a:ext cx="182880" cy="209832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449977" y="5575005"/>
            <a:ext cx="741970" cy="-14349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191947" y="5431513"/>
            <a:ext cx="741970" cy="-6032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933918" y="5371186"/>
            <a:ext cx="741970" cy="569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75888" y="5376878"/>
            <a:ext cx="741970" cy="-1961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417858" y="5357264"/>
            <a:ext cx="741970" cy="4389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159829" y="5401155"/>
            <a:ext cx="741970" cy="3088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01799" y="5432039"/>
            <a:ext cx="741970" cy="82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643769" y="5432862"/>
            <a:ext cx="741970" cy="1053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385739" y="5443400"/>
            <a:ext cx="741970" cy="-301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127710" y="5440383"/>
            <a:ext cx="741970" cy="-55115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869680" y="5385267"/>
            <a:ext cx="741970" cy="-457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611650" y="5380695"/>
            <a:ext cx="741970" cy="-1559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353621" y="5365105"/>
            <a:ext cx="741970" cy="31930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427117" y="55521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169087" y="540865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2911058" y="534832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653028" y="535401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394998" y="533440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136969" y="537829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878939" y="540917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620909" y="541000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362879" y="542054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104850" y="541752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846820" y="536240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588790" y="535783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330761" y="53422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072731" y="566155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449977" y="5598437"/>
            <a:ext cx="741970" cy="-12008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191947" y="5478353"/>
            <a:ext cx="741970" cy="297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933918" y="5481325"/>
            <a:ext cx="741970" cy="-2619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675888" y="5455128"/>
            <a:ext cx="741970" cy="-2489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17858" y="5430233"/>
            <a:ext cx="741970" cy="2368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59829" y="5453916"/>
            <a:ext cx="741970" cy="5509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901799" y="5509009"/>
            <a:ext cx="741970" cy="-989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643769" y="5499110"/>
            <a:ext cx="741970" cy="-1026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385739" y="5488846"/>
            <a:ext cx="741970" cy="477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127710" y="5493624"/>
            <a:ext cx="741970" cy="-658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869680" y="5487040"/>
            <a:ext cx="741970" cy="-1721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611650" y="5469827"/>
            <a:ext cx="741970" cy="2158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0353621" y="5491406"/>
            <a:ext cx="741970" cy="19570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427117" y="557557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169087" y="545549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2911058" y="545846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3653028" y="543226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394998" y="540737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136969" y="543105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878939" y="548614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620909" y="547625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362879" y="546598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8104850" y="547076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846820" y="546418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9588790" y="544696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0330761" y="546854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1072731" y="566425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449977" y="5668571"/>
            <a:ext cx="741970" cy="-2823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191947" y="5640339"/>
            <a:ext cx="741970" cy="288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933918" y="5643220"/>
            <a:ext cx="741970" cy="1049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3675888" y="5653712"/>
            <a:ext cx="741970" cy="-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4417858" y="5649140"/>
            <a:ext cx="741970" cy="-1922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5159829" y="5629915"/>
            <a:ext cx="741970" cy="-1972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901799" y="5610187"/>
            <a:ext cx="741970" cy="-2004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6643769" y="5590139"/>
            <a:ext cx="741970" cy="365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7385739" y="5626692"/>
            <a:ext cx="741970" cy="244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8127710" y="5629138"/>
            <a:ext cx="741970" cy="-1680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869680" y="5612336"/>
            <a:ext cx="741970" cy="1291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611650" y="5625252"/>
            <a:ext cx="741970" cy="-349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0353621" y="5621754"/>
            <a:ext cx="741970" cy="9416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1427117" y="564571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169087" y="561747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2911058" y="562036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3653028" y="563085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394998" y="562628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136969" y="560705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878939" y="558732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620909" y="556727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362879" y="560383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8104850" y="560627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846820" y="558947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9588790" y="560239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10330761" y="5598894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11072731" y="5693054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449977" y="5647494"/>
            <a:ext cx="741970" cy="-5724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2191947" y="5590253"/>
            <a:ext cx="741970" cy="7612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2933918" y="5666377"/>
            <a:ext cx="741970" cy="-2009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3675888" y="5646283"/>
            <a:ext cx="741970" cy="1732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4417858" y="5663611"/>
            <a:ext cx="741970" cy="374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159829" y="5667360"/>
            <a:ext cx="741970" cy="164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5901799" y="5669006"/>
            <a:ext cx="741970" cy="-4146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643769" y="5627538"/>
            <a:ext cx="741970" cy="1216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7385739" y="5639699"/>
            <a:ext cx="741970" cy="1954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8127710" y="5659244"/>
            <a:ext cx="741970" cy="-329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8869680" y="5655953"/>
            <a:ext cx="741970" cy="-1101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9611650" y="5644934"/>
            <a:ext cx="741970" cy="-528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10353621" y="5639653"/>
            <a:ext cx="741970" cy="8403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1427117" y="562463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2169087" y="55673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2911058" y="564351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3653028" y="562342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4394998" y="564075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136969" y="564450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5878939" y="564614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6620909" y="560467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362879" y="561683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104850" y="563638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8846820" y="56330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9588790" y="562207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10330761" y="56167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11072731" y="57008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43" name="Text 139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44" name="Text 140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45" name="Text 141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46" name="Text 142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47" name="Text 143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48" name="Text 144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49" name="Text 145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2026-04-06</a:t>
            </a:r>
            <a:endParaRPr lang="en-US" sz="580" dirty="0"/>
          </a:p>
        </p:txBody>
      </p:sp>
      <p:sp>
        <p:nvSpPr>
          <p:cNvPr id="150" name="Text 146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2026-04-13</a:t>
            </a:r>
            <a:endParaRPr lang="en-US" sz="580" dirty="0"/>
          </a:p>
        </p:txBody>
      </p:sp>
      <p:sp>
        <p:nvSpPr>
          <p:cNvPr id="151" name="Text 147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2026-04-20</a:t>
            </a:r>
            <a:endParaRPr lang="en-US" sz="580" dirty="0"/>
          </a:p>
        </p:txBody>
      </p:sp>
      <p:sp>
        <p:nvSpPr>
          <p:cNvPr id="152" name="Text 148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</a:t>
            </a:r>
            <a:endParaRPr lang="en-US" sz="580" dirty="0"/>
          </a:p>
        </p:txBody>
      </p:sp>
      <p:sp>
        <p:nvSpPr>
          <p:cNvPr id="153" name="Text 149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2026-05-04</a:t>
            </a:r>
            <a:endParaRPr lang="en-US" sz="580" dirty="0"/>
          </a:p>
        </p:txBody>
      </p:sp>
      <p:sp>
        <p:nvSpPr>
          <p:cNvPr id="154" name="Text 150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2026-05-11</a:t>
            </a:r>
            <a:endParaRPr lang="en-US" sz="580" dirty="0"/>
          </a:p>
        </p:txBody>
      </p:sp>
      <p:sp>
        <p:nvSpPr>
          <p:cNvPr id="155" name="Text 151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2026-05-18</a:t>
            </a:r>
            <a:endParaRPr lang="en-US" sz="580" dirty="0"/>
          </a:p>
        </p:txBody>
      </p:sp>
      <p:sp>
        <p:nvSpPr>
          <p:cNvPr id="156" name="Shape 15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7" name="Text 15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58" name="Shape 15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60" name="Shape 15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61" name="Text 15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62" name="Shape 15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64" name="Shape 16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3437870"/>
            <a:ext cx="438912" cy="207596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318183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3444545"/>
            <a:ext cx="438912" cy="206928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318851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4883033"/>
            <a:ext cx="438912" cy="63079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462700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976485"/>
            <a:ext cx="438912" cy="53734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2045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140025"/>
            <a:ext cx="438912" cy="37380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488399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099975"/>
            <a:ext cx="438912" cy="4138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8439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397017"/>
            <a:ext cx="438912" cy="11681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51409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340279"/>
            <a:ext cx="438912" cy="17355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508424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373654"/>
            <a:ext cx="438912" cy="14017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511762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70317"/>
            <a:ext cx="438912" cy="14351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1142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topcashback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+9.8% (23.4% to 25.7%). Conversions decreased -5.7% (-5,622),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-5.7% (-5,622).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-35.5% (€24,652,989 to €15,913,142).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-26.8% (€966,077 to €706,981).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-31.1% (€1,124,837 to €774,559). Digital wallet contribution was €67,578 (-57.4%),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4215384"/>
                <a:gridCol w="1121054"/>
                <a:gridCol w="58741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/ rationale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 - Order value concentration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reliance on the exposed program set by building a second tier of contributors.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 - Conversion dependency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reliance on the exposed program set by building a second tier of contributors.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 - Digital wallet concentration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reliance on the exposed program set by building a second tier of contributors.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Travel Republic (Closed 17.09.2025)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MoneyFarm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2026-05-19T09:15:19Z</dcterms:created>
  <dcterms:modified xsi:type="dcterms:W3CDTF">2026-05-19T09:15:19Z</dcterms:modified>
</cp:coreProperties>
</file>