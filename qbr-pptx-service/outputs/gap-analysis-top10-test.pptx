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VoucherCodes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VoucherCodes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Reporting period not provided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Reporting period not provided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Comparison period not provided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VoucherCodes, performance was mixed in Reporting period not provided. Conversions moved N/A to - and conversion rate moved N/A to -. Publisher commission changed N/A to -, while digital wallet earnings changed N/A to -. Total earnings ended at - (N/A) and total order value changed N/A to -.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1421892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32506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142189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922776"/>
            <a:ext cx="326440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qualifying program movement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7392924" y="3954780"/>
            <a:ext cx="18288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6932" y="39410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>
            <a:alphaModFix amt="78000"/>
          </a:blip>
          <a:stretch>
            <a:fillRect/>
          </a:stretch>
        </p:blipFill>
        <p:spPr>
          <a:xfrm>
            <a:off x="274320" y="932688"/>
            <a:ext cx="4251960" cy="4251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74920" y="713232"/>
            <a:ext cx="6263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opportunity in the competitor gap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5120640" y="16276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4937760" y="23042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programs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892040" y="2633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requiring activation, application or recovery</a:t>
            </a:r>
            <a:endParaRPr lang="en-US" sz="980" dirty="0"/>
          </a:p>
        </p:txBody>
      </p:sp>
      <p:sp>
        <p:nvSpPr>
          <p:cNvPr id="8" name="Text 4"/>
          <p:cNvSpPr/>
          <p:nvPr/>
        </p:nvSpPr>
        <p:spPr>
          <a:xfrm>
            <a:off x="8458200" y="162763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8275320" y="23042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opportunities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8229600" y="2633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£15.1k already accepted but inactive</a:t>
            </a:r>
            <a:endParaRPr lang="en-US" sz="980" dirty="0"/>
          </a:p>
        </p:txBody>
      </p:sp>
      <p:sp>
        <p:nvSpPr>
          <p:cNvPr id="11" name="Text 7"/>
          <p:cNvSpPr/>
          <p:nvPr/>
        </p:nvSpPr>
        <p:spPr>
          <a:xfrm>
            <a:off x="5897880" y="327355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£15.1k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5669280" y="40416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pub comm opportunity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779008" y="4443984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programs where the primary publisher is not earning</a:t>
            </a:r>
            <a:endParaRPr lang="en-US" sz="1040" dirty="0"/>
          </a:p>
        </p:txBody>
      </p:sp>
      <p:sp>
        <p:nvSpPr>
          <p:cNvPr id="14" name="Text 10"/>
          <p:cNvSpPr/>
          <p:nvPr/>
        </p:nvSpPr>
        <p:spPr>
          <a:xfrm>
            <a:off x="5074920" y="5102352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accepted and click-led programs first, then build an application pipeline for no-connection gaps. The largest visible gap is Largest Gap (£1.4k).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competitor-funded gaps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receiving publisher commission from competitors while the primary publisher is not earning.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11704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highest-value programs shown here. 4 remaining gap programs are available in the Excel report.</a:t>
            </a:r>
            <a:endParaRPr lang="en-US" sz="940" dirty="0"/>
          </a:p>
        </p:txBody>
      </p:sp>
      <p:sp>
        <p:nvSpPr>
          <p:cNvPr id="6" name="Shape 3"/>
          <p:cNvSpPr/>
          <p:nvPr/>
        </p:nvSpPr>
        <p:spPr>
          <a:xfrm>
            <a:off x="530352" y="1572768"/>
            <a:ext cx="11137392" cy="310896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166420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760" dirty="0"/>
          </a:p>
        </p:txBody>
      </p:sp>
      <p:sp>
        <p:nvSpPr>
          <p:cNvPr id="8" name="Text 5"/>
          <p:cNvSpPr/>
          <p:nvPr/>
        </p:nvSpPr>
        <p:spPr>
          <a:xfrm>
            <a:off x="1005840" y="1664208"/>
            <a:ext cx="3383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/ ID</a:t>
            </a:r>
            <a:endParaRPr lang="en-US" sz="760" dirty="0"/>
          </a:p>
        </p:txBody>
      </p:sp>
      <p:sp>
        <p:nvSpPr>
          <p:cNvPr id="9" name="Text 6"/>
          <p:cNvSpPr/>
          <p:nvPr/>
        </p:nvSpPr>
        <p:spPr>
          <a:xfrm>
            <a:off x="4553712" y="1664208"/>
            <a:ext cx="1316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status</a:t>
            </a:r>
            <a:endParaRPr lang="en-US" sz="760" dirty="0"/>
          </a:p>
        </p:txBody>
      </p:sp>
      <p:sp>
        <p:nvSpPr>
          <p:cNvPr id="10" name="Text 7"/>
          <p:cNvSpPr/>
          <p:nvPr/>
        </p:nvSpPr>
        <p:spPr>
          <a:xfrm>
            <a:off x="6035040" y="1664208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signal</a:t>
            </a:r>
            <a:endParaRPr lang="en-US" sz="760" dirty="0"/>
          </a:p>
        </p:txBody>
      </p:sp>
      <p:sp>
        <p:nvSpPr>
          <p:cNvPr id="11" name="Text 8"/>
          <p:cNvSpPr/>
          <p:nvPr/>
        </p:nvSpPr>
        <p:spPr>
          <a:xfrm>
            <a:off x="7772400" y="1664208"/>
            <a:ext cx="2688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 - Specified Sites</a:t>
            </a:r>
            <a:endParaRPr lang="en-US" sz="760" dirty="0"/>
          </a:p>
        </p:txBody>
      </p:sp>
      <p:sp>
        <p:nvSpPr>
          <p:cNvPr id="12" name="Text 9"/>
          <p:cNvSpPr/>
          <p:nvPr/>
        </p:nvSpPr>
        <p:spPr>
          <a:xfrm>
            <a:off x="10625328" y="1664208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760" dirty="0"/>
          </a:p>
        </p:txBody>
      </p:sp>
      <p:sp>
        <p:nvSpPr>
          <p:cNvPr id="13" name="Shape 10"/>
          <p:cNvSpPr/>
          <p:nvPr/>
        </p:nvSpPr>
        <p:spPr>
          <a:xfrm>
            <a:off x="530352" y="1883664"/>
            <a:ext cx="11137392" cy="404165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" y="202082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005840" y="1947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Gap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500000</a:t>
            </a:r>
            <a:endParaRPr lang="en-US" sz="720" dirty="0"/>
          </a:p>
        </p:txBody>
      </p:sp>
      <p:sp>
        <p:nvSpPr>
          <p:cNvPr id="16" name="Shape 13"/>
          <p:cNvSpPr/>
          <p:nvPr/>
        </p:nvSpPr>
        <p:spPr>
          <a:xfrm>
            <a:off x="4535424" y="2048256"/>
            <a:ext cx="73152" cy="73152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45152" y="2020824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6035040" y="2020824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2/4 competitors earning</a:t>
            </a:r>
            <a:endParaRPr lang="en-US" sz="710" dirty="0"/>
          </a:p>
        </p:txBody>
      </p:sp>
      <p:sp>
        <p:nvSpPr>
          <p:cNvPr id="19" name="Shape 16"/>
          <p:cNvSpPr/>
          <p:nvPr/>
        </p:nvSpPr>
        <p:spPr>
          <a:xfrm>
            <a:off x="7772400" y="2048256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0" y="2048256"/>
            <a:ext cx="2148840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588752" y="2020824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£1,400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530352" y="2304288"/>
            <a:ext cx="11137392" cy="404165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0352" y="244144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05840" y="2368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2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500001</a:t>
            </a:r>
            <a:endParaRPr lang="en-US" sz="720" dirty="0"/>
          </a:p>
        </p:txBody>
      </p:sp>
      <p:sp>
        <p:nvSpPr>
          <p:cNvPr id="25" name="Shape 22"/>
          <p:cNvSpPr/>
          <p:nvPr/>
        </p:nvSpPr>
        <p:spPr>
          <a:xfrm>
            <a:off x="4535424" y="2468880"/>
            <a:ext cx="73152" cy="73152"/>
          </a:xfrm>
          <a:prstGeom prst="ellipse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45152" y="244144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7C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6035040" y="2441448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1/4 competitors earning</a:t>
            </a:r>
            <a:endParaRPr lang="en-US" sz="710" dirty="0"/>
          </a:p>
        </p:txBody>
      </p:sp>
      <p:sp>
        <p:nvSpPr>
          <p:cNvPr id="28" name="Shape 25"/>
          <p:cNvSpPr/>
          <p:nvPr/>
        </p:nvSpPr>
        <p:spPr>
          <a:xfrm>
            <a:off x="7772400" y="2468880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772400" y="2468880"/>
            <a:ext cx="2072096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588752" y="244144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£1,350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530352" y="2724912"/>
            <a:ext cx="11137392" cy="404165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286207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005840" y="2788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3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500002</a:t>
            </a:r>
            <a:endParaRPr lang="en-US" sz="720" dirty="0"/>
          </a:p>
        </p:txBody>
      </p:sp>
      <p:sp>
        <p:nvSpPr>
          <p:cNvPr id="34" name="Shape 31"/>
          <p:cNvSpPr/>
          <p:nvPr/>
        </p:nvSpPr>
        <p:spPr>
          <a:xfrm>
            <a:off x="4535424" y="2889504"/>
            <a:ext cx="73152" cy="73152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45152" y="2862072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720" dirty="0"/>
          </a:p>
        </p:txBody>
      </p:sp>
      <p:sp>
        <p:nvSpPr>
          <p:cNvPr id="36" name="Text 33"/>
          <p:cNvSpPr/>
          <p:nvPr/>
        </p:nvSpPr>
        <p:spPr>
          <a:xfrm>
            <a:off x="6035040" y="2862072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2/4 competitors earning</a:t>
            </a:r>
            <a:endParaRPr lang="en-US" sz="710" dirty="0"/>
          </a:p>
        </p:txBody>
      </p:sp>
      <p:sp>
        <p:nvSpPr>
          <p:cNvPr id="37" name="Shape 34"/>
          <p:cNvSpPr/>
          <p:nvPr/>
        </p:nvSpPr>
        <p:spPr>
          <a:xfrm>
            <a:off x="7772400" y="2889504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7772400" y="2889504"/>
            <a:ext cx="1995351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0588752" y="286207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£1,300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530352" y="3145536"/>
            <a:ext cx="11137392" cy="404165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30352" y="328269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1005840" y="32095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4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500003</a:t>
            </a:r>
            <a:endParaRPr lang="en-US" sz="720" dirty="0"/>
          </a:p>
        </p:txBody>
      </p:sp>
      <p:sp>
        <p:nvSpPr>
          <p:cNvPr id="43" name="Shape 40"/>
          <p:cNvSpPr/>
          <p:nvPr/>
        </p:nvSpPr>
        <p:spPr>
          <a:xfrm>
            <a:off x="4535424" y="3310128"/>
            <a:ext cx="73152" cy="73152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645152" y="3282696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720" dirty="0"/>
          </a:p>
        </p:txBody>
      </p:sp>
      <p:sp>
        <p:nvSpPr>
          <p:cNvPr id="45" name="Text 42"/>
          <p:cNvSpPr/>
          <p:nvPr/>
        </p:nvSpPr>
        <p:spPr>
          <a:xfrm>
            <a:off x="6035040" y="3282696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1/4 competitors earning</a:t>
            </a:r>
            <a:endParaRPr lang="en-US" sz="710" dirty="0"/>
          </a:p>
        </p:txBody>
      </p:sp>
      <p:sp>
        <p:nvSpPr>
          <p:cNvPr id="46" name="Shape 43"/>
          <p:cNvSpPr/>
          <p:nvPr/>
        </p:nvSpPr>
        <p:spPr>
          <a:xfrm>
            <a:off x="7772400" y="3310128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772400" y="3310128"/>
            <a:ext cx="1918607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88752" y="328269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£1,250</a:t>
            </a:r>
            <a:endParaRPr lang="en-US" sz="780" dirty="0"/>
          </a:p>
        </p:txBody>
      </p:sp>
      <p:sp>
        <p:nvSpPr>
          <p:cNvPr id="49" name="Shape 46"/>
          <p:cNvSpPr/>
          <p:nvPr/>
        </p:nvSpPr>
        <p:spPr>
          <a:xfrm>
            <a:off x="530352" y="3566160"/>
            <a:ext cx="11137392" cy="404165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30352" y="370332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1005840" y="3630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5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500004</a:t>
            </a:r>
            <a:endParaRPr lang="en-US" sz="720" dirty="0"/>
          </a:p>
        </p:txBody>
      </p:sp>
      <p:sp>
        <p:nvSpPr>
          <p:cNvPr id="52" name="Shape 49"/>
          <p:cNvSpPr/>
          <p:nvPr/>
        </p:nvSpPr>
        <p:spPr>
          <a:xfrm>
            <a:off x="4535424" y="3730752"/>
            <a:ext cx="73152" cy="73152"/>
          </a:xfrm>
          <a:prstGeom prst="ellipse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645152" y="3703320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7C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720" dirty="0"/>
          </a:p>
        </p:txBody>
      </p:sp>
      <p:sp>
        <p:nvSpPr>
          <p:cNvPr id="54" name="Text 51"/>
          <p:cNvSpPr/>
          <p:nvPr/>
        </p:nvSpPr>
        <p:spPr>
          <a:xfrm>
            <a:off x="6035040" y="370332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2/4 competitors earning</a:t>
            </a:r>
            <a:endParaRPr lang="en-US" sz="710" dirty="0"/>
          </a:p>
        </p:txBody>
      </p:sp>
      <p:sp>
        <p:nvSpPr>
          <p:cNvPr id="55" name="Shape 52"/>
          <p:cNvSpPr/>
          <p:nvPr/>
        </p:nvSpPr>
        <p:spPr>
          <a:xfrm>
            <a:off x="7772400" y="3730752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772400" y="3730752"/>
            <a:ext cx="1841863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588752" y="370332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£1,200</a:t>
            </a:r>
            <a:endParaRPr lang="en-US" sz="780" dirty="0"/>
          </a:p>
        </p:txBody>
      </p:sp>
      <p:sp>
        <p:nvSpPr>
          <p:cNvPr id="58" name="Shape 55"/>
          <p:cNvSpPr/>
          <p:nvPr/>
        </p:nvSpPr>
        <p:spPr>
          <a:xfrm>
            <a:off x="530352" y="3986784"/>
            <a:ext cx="11137392" cy="404165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30352" y="412394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1005840" y="4050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6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500005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4535424" y="4151376"/>
            <a:ext cx="73152" cy="73152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4645152" y="4123944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720" dirty="0"/>
          </a:p>
        </p:txBody>
      </p:sp>
      <p:sp>
        <p:nvSpPr>
          <p:cNvPr id="63" name="Text 60"/>
          <p:cNvSpPr/>
          <p:nvPr/>
        </p:nvSpPr>
        <p:spPr>
          <a:xfrm>
            <a:off x="6035040" y="4123944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1/4 competitors earning</a:t>
            </a:r>
            <a:endParaRPr lang="en-US" sz="710" dirty="0"/>
          </a:p>
        </p:txBody>
      </p:sp>
      <p:sp>
        <p:nvSpPr>
          <p:cNvPr id="64" name="Shape 61"/>
          <p:cNvSpPr/>
          <p:nvPr/>
        </p:nvSpPr>
        <p:spPr>
          <a:xfrm>
            <a:off x="7772400" y="4151376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7772400" y="4151376"/>
            <a:ext cx="1765119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10588752" y="4123944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£1,150</a:t>
            </a:r>
            <a:endParaRPr lang="en-US" sz="780" dirty="0"/>
          </a:p>
        </p:txBody>
      </p:sp>
      <p:sp>
        <p:nvSpPr>
          <p:cNvPr id="67" name="Shape 64"/>
          <p:cNvSpPr/>
          <p:nvPr/>
        </p:nvSpPr>
        <p:spPr>
          <a:xfrm>
            <a:off x="530352" y="4407408"/>
            <a:ext cx="11137392" cy="404165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30352" y="45445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1005840" y="44714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7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500006</a:t>
            </a:r>
            <a:endParaRPr lang="en-US" sz="720" dirty="0"/>
          </a:p>
        </p:txBody>
      </p:sp>
      <p:sp>
        <p:nvSpPr>
          <p:cNvPr id="70" name="Shape 67"/>
          <p:cNvSpPr/>
          <p:nvPr/>
        </p:nvSpPr>
        <p:spPr>
          <a:xfrm>
            <a:off x="4535424" y="4572000"/>
            <a:ext cx="73152" cy="73152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4645152" y="4544568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6035040" y="4544568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2/4 competitors earning</a:t>
            </a:r>
            <a:endParaRPr lang="en-US" sz="710" dirty="0"/>
          </a:p>
        </p:txBody>
      </p:sp>
      <p:sp>
        <p:nvSpPr>
          <p:cNvPr id="73" name="Shape 70"/>
          <p:cNvSpPr/>
          <p:nvPr/>
        </p:nvSpPr>
        <p:spPr>
          <a:xfrm>
            <a:off x="7772400" y="4572000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7772400" y="4572000"/>
            <a:ext cx="1688374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0588752" y="4544568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£1,100</a:t>
            </a:r>
            <a:endParaRPr lang="en-US" sz="780" dirty="0"/>
          </a:p>
        </p:txBody>
      </p:sp>
      <p:sp>
        <p:nvSpPr>
          <p:cNvPr id="76" name="Shape 73"/>
          <p:cNvSpPr/>
          <p:nvPr/>
        </p:nvSpPr>
        <p:spPr>
          <a:xfrm>
            <a:off x="530352" y="4828032"/>
            <a:ext cx="11137392" cy="404165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30352" y="496519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00" dirty="0"/>
          </a:p>
        </p:txBody>
      </p:sp>
      <p:sp>
        <p:nvSpPr>
          <p:cNvPr id="78" name="Text 75"/>
          <p:cNvSpPr/>
          <p:nvPr/>
        </p:nvSpPr>
        <p:spPr>
          <a:xfrm>
            <a:off x="1005840" y="4892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8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500007</a:t>
            </a:r>
            <a:endParaRPr lang="en-US" sz="720" dirty="0"/>
          </a:p>
        </p:txBody>
      </p:sp>
      <p:sp>
        <p:nvSpPr>
          <p:cNvPr id="79" name="Shape 76"/>
          <p:cNvSpPr/>
          <p:nvPr/>
        </p:nvSpPr>
        <p:spPr>
          <a:xfrm>
            <a:off x="4535424" y="4992624"/>
            <a:ext cx="73152" cy="73152"/>
          </a:xfrm>
          <a:prstGeom prst="ellipse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4645152" y="4965192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7CC8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6035040" y="4965192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1/4 competitors earning</a:t>
            </a:r>
            <a:endParaRPr lang="en-US" sz="710" dirty="0"/>
          </a:p>
        </p:txBody>
      </p:sp>
      <p:sp>
        <p:nvSpPr>
          <p:cNvPr id="82" name="Shape 79"/>
          <p:cNvSpPr/>
          <p:nvPr/>
        </p:nvSpPr>
        <p:spPr>
          <a:xfrm>
            <a:off x="7772400" y="4992624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7772400" y="4992624"/>
            <a:ext cx="1611630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10588752" y="4965192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£1,050</a:t>
            </a:r>
            <a:endParaRPr lang="en-US" sz="780" dirty="0"/>
          </a:p>
        </p:txBody>
      </p:sp>
      <p:sp>
        <p:nvSpPr>
          <p:cNvPr id="85" name="Shape 82"/>
          <p:cNvSpPr/>
          <p:nvPr/>
        </p:nvSpPr>
        <p:spPr>
          <a:xfrm>
            <a:off x="530352" y="5248656"/>
            <a:ext cx="11137392" cy="404165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530352" y="53858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00" dirty="0"/>
          </a:p>
        </p:txBody>
      </p:sp>
      <p:sp>
        <p:nvSpPr>
          <p:cNvPr id="87" name="Text 84"/>
          <p:cNvSpPr/>
          <p:nvPr/>
        </p:nvSpPr>
        <p:spPr>
          <a:xfrm>
            <a:off x="1005840" y="53126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9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500008</a:t>
            </a:r>
            <a:endParaRPr lang="en-US" sz="720" dirty="0"/>
          </a:p>
        </p:txBody>
      </p:sp>
      <p:sp>
        <p:nvSpPr>
          <p:cNvPr id="88" name="Shape 85"/>
          <p:cNvSpPr/>
          <p:nvPr/>
        </p:nvSpPr>
        <p:spPr>
          <a:xfrm>
            <a:off x="4535424" y="5413248"/>
            <a:ext cx="73152" cy="73152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4645152" y="5385816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Connection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6035040" y="5385816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2/4 competitors earning</a:t>
            </a:r>
            <a:endParaRPr lang="en-US" sz="710" dirty="0"/>
          </a:p>
        </p:txBody>
      </p:sp>
      <p:sp>
        <p:nvSpPr>
          <p:cNvPr id="91" name="Shape 88"/>
          <p:cNvSpPr/>
          <p:nvPr/>
        </p:nvSpPr>
        <p:spPr>
          <a:xfrm>
            <a:off x="7772400" y="5413248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7772400" y="5413248"/>
            <a:ext cx="1534886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10588752" y="538581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£1,000</a:t>
            </a:r>
            <a:endParaRPr lang="en-US" sz="780" dirty="0"/>
          </a:p>
        </p:txBody>
      </p:sp>
      <p:sp>
        <p:nvSpPr>
          <p:cNvPr id="94" name="Shape 91"/>
          <p:cNvSpPr/>
          <p:nvPr/>
        </p:nvSpPr>
        <p:spPr>
          <a:xfrm>
            <a:off x="530352" y="5669280"/>
            <a:ext cx="11137392" cy="404165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30352" y="58064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96" name="Text 93"/>
          <p:cNvSpPr/>
          <p:nvPr/>
        </p:nvSpPr>
        <p:spPr>
          <a:xfrm>
            <a:off x="1005840" y="5733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 Program 10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500009</a:t>
            </a:r>
            <a:endParaRPr lang="en-US" sz="720" dirty="0"/>
          </a:p>
        </p:txBody>
      </p:sp>
      <p:sp>
        <p:nvSpPr>
          <p:cNvPr id="97" name="Shape 94"/>
          <p:cNvSpPr/>
          <p:nvPr/>
        </p:nvSpPr>
        <p:spPr>
          <a:xfrm>
            <a:off x="4535424" y="5833872"/>
            <a:ext cx="73152" cy="73152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98" name="Text 95"/>
          <p:cNvSpPr/>
          <p:nvPr/>
        </p:nvSpPr>
        <p:spPr>
          <a:xfrm>
            <a:off x="4645152" y="5806440"/>
            <a:ext cx="12252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720" dirty="0"/>
          </a:p>
        </p:txBody>
      </p:sp>
      <p:sp>
        <p:nvSpPr>
          <p:cNvPr id="99" name="Text 96"/>
          <p:cNvSpPr/>
          <p:nvPr/>
        </p:nvSpPr>
        <p:spPr>
          <a:xfrm>
            <a:off x="6035040" y="580644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1/4 competitors earning</a:t>
            </a:r>
            <a:endParaRPr lang="en-US" sz="710" dirty="0"/>
          </a:p>
        </p:txBody>
      </p:sp>
      <p:sp>
        <p:nvSpPr>
          <p:cNvPr id="100" name="Shape 97"/>
          <p:cNvSpPr/>
          <p:nvPr/>
        </p:nvSpPr>
        <p:spPr>
          <a:xfrm>
            <a:off x="7772400" y="5833872"/>
            <a:ext cx="2578608" cy="73152"/>
          </a:xfrm>
          <a:prstGeom prst="rect">
            <a:avLst/>
          </a:prstGeom>
          <a:solidFill>
            <a:srgbClr val="D9E2F7"/>
          </a:solidFill>
          <a:ln w="12700">
            <a:solidFill>
              <a:srgbClr val="D9E2F7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7772400" y="5833872"/>
            <a:ext cx="1458141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10588752" y="580644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£950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programs reviewed | Accepted: 1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93596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64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32" name="Shape 29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34" name="Shape 31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564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864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3931920"/>
            <a:ext cx="9674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share chart requires publisher commission values for the primary site and comparison group.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1021385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875081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rate: data not available. Conversions changed N/A (-),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changed N/A (-).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value: data not available.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commission: data not available.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earnings: data not available. Digital wallet contribution was - (N/A),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variance risk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not confirmed from available segment and program data.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finding into one controlled publisher test with a named program, target metric, start date, and success threshold for the next review.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concentration risk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stable top program concentration signal available in current extract.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variance risk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program contribution could not be quantified from available data.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finding into one controlled publisher test with a named program, target metric, start date, and success threshold for the next review.</a:t>
            </a:r>
            <a:endParaRPr lang="en-US" sz="77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VoucherCodes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VoucherCodes gap test</dc:title>
  <dc:subject>Quarterly business review</dc:subject>
  <dc:creator>QBR PPTX Service</dc:creator>
  <cp:lastModifiedBy>QBR PPTX Service</cp:lastModifiedBy>
  <cp:revision>1</cp:revision>
  <dcterms:created xsi:type="dcterms:W3CDTF">2026-05-20T14:55:03Z</dcterms:created>
  <dcterms:modified xsi:type="dcterms:W3CDTF">2026-05-20T14:55:03Z</dcterms:modified>
</cp:coreProperties>
</file>