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2" name="Shape 18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6" name="Text 152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7" name="Text 153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8" name="Shape 154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6" name="Shape 162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7" name="Text 163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2026-05-20T09:16:19Z</dcterms:created>
  <dcterms:modified xsi:type="dcterms:W3CDTF">2026-05-20T09:16:19Z</dcterms:modified>
</cp:coreProperties>
</file>