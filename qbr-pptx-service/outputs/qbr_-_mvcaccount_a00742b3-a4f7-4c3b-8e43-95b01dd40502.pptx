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1095</c:v>
                </c:pt>
                <c:pt idx="1">
                  <c:v>7201</c:v>
                </c:pt>
                <c:pt idx="2">
                  <c:v>1785</c:v>
                </c:pt>
                <c:pt idx="3">
                  <c:v>1608</c:v>
                </c:pt>
                <c:pt idx="4">
                  <c:v>1872</c:v>
                </c:pt>
                <c:pt idx="5">
                  <c:v>5346</c:v>
                </c:pt>
                <c:pt idx="6">
                  <c:v>1992</c:v>
                </c:pt>
                <c:pt idx="7">
                  <c:v>2736</c:v>
                </c:pt>
                <c:pt idx="8">
                  <c:v>2429</c:v>
                </c:pt>
                <c:pt idx="9">
                  <c:v>3597</c:v>
                </c:pt>
                <c:pt idx="10">
                  <c:v>4683</c:v>
                </c:pt>
                <c:pt idx="11">
                  <c:v>5082</c:v>
                </c:pt>
                <c:pt idx="12">
                  <c:v>3974</c:v>
                </c:pt>
                <c:pt idx="13">
                  <c:v>1102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3147</c:v>
                </c:pt>
                <c:pt idx="1">
                  <c:v>3618</c:v>
                </c:pt>
                <c:pt idx="2">
                  <c:v>4419</c:v>
                </c:pt>
                <c:pt idx="3">
                  <c:v>4043</c:v>
                </c:pt>
                <c:pt idx="4">
                  <c:v>2681</c:v>
                </c:pt>
                <c:pt idx="5">
                  <c:v>4090</c:v>
                </c:pt>
                <c:pt idx="6">
                  <c:v>3113</c:v>
                </c:pt>
                <c:pt idx="7">
                  <c:v>2675</c:v>
                </c:pt>
                <c:pt idx="8">
                  <c:v>3376</c:v>
                </c:pt>
                <c:pt idx="9">
                  <c:v>3420</c:v>
                </c:pt>
                <c:pt idx="10">
                  <c:v>6184</c:v>
                </c:pt>
                <c:pt idx="11">
                  <c:v>4671</c:v>
                </c:pt>
                <c:pt idx="12">
                  <c:v>5402</c:v>
                </c:pt>
                <c:pt idx="13">
                  <c:v>1629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133</c:v>
                </c:pt>
                <c:pt idx="1">
                  <c:v>256</c:v>
                </c:pt>
                <c:pt idx="2">
                  <c:v>96</c:v>
                </c:pt>
                <c:pt idx="3">
                  <c:v>105</c:v>
                </c:pt>
                <c:pt idx="4">
                  <c:v>251</c:v>
                </c:pt>
                <c:pt idx="5">
                  <c:v>1471</c:v>
                </c:pt>
                <c:pt idx="6">
                  <c:v>919</c:v>
                </c:pt>
                <c:pt idx="7">
                  <c:v>932</c:v>
                </c:pt>
                <c:pt idx="8">
                  <c:v>995</c:v>
                </c:pt>
                <c:pt idx="9">
                  <c:v>2025</c:v>
                </c:pt>
                <c:pt idx="10">
                  <c:v>2029</c:v>
                </c:pt>
                <c:pt idx="11">
                  <c:v>1996</c:v>
                </c:pt>
                <c:pt idx="12">
                  <c:v>1720</c:v>
                </c:pt>
                <c:pt idx="13">
                  <c:v>436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1435</c:v>
                </c:pt>
                <c:pt idx="1">
                  <c:v>1441</c:v>
                </c:pt>
                <c:pt idx="2">
                  <c:v>1421</c:v>
                </c:pt>
                <c:pt idx="3">
                  <c:v>960</c:v>
                </c:pt>
                <c:pt idx="4">
                  <c:v>1055</c:v>
                </c:pt>
                <c:pt idx="5">
                  <c:v>1120</c:v>
                </c:pt>
                <c:pt idx="6">
                  <c:v>970</c:v>
                </c:pt>
                <c:pt idx="7">
                  <c:v>982</c:v>
                </c:pt>
                <c:pt idx="8">
                  <c:v>2000</c:v>
                </c:pt>
                <c:pt idx="9">
                  <c:v>2627</c:v>
                </c:pt>
                <c:pt idx="10">
                  <c:v>2006</c:v>
                </c:pt>
                <c:pt idx="11">
                  <c:v>1953</c:v>
                </c:pt>
                <c:pt idx="12">
                  <c:v>2301</c:v>
                </c:pt>
                <c:pt idx="13">
                  <c:v>329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EB5757"/>
            </a:solidFill>
            <a:ln w="25400" cap="rnd">
              <a:solidFill>
                <a:srgbClr val="EB5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5757"/>
              </a:solidFill>
              <a:ln w="9525" cap="flat">
                <a:solidFill>
                  <a:srgbClr val="EB5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748</c:v>
                </c:pt>
                <c:pt idx="1">
                  <c:v>548</c:v>
                </c:pt>
                <c:pt idx="2">
                  <c:v>701</c:v>
                </c:pt>
                <c:pt idx="3">
                  <c:v>471</c:v>
                </c:pt>
                <c:pt idx="4">
                  <c:v>282</c:v>
                </c:pt>
                <c:pt idx="5">
                  <c:v>372</c:v>
                </c:pt>
                <c:pt idx="6">
                  <c:v>408</c:v>
                </c:pt>
                <c:pt idx="7">
                  <c:v>597</c:v>
                </c:pt>
                <c:pt idx="8">
                  <c:v>810</c:v>
                </c:pt>
                <c:pt idx="9">
                  <c:v>621</c:v>
                </c:pt>
                <c:pt idx="10">
                  <c:v>938</c:v>
                </c:pt>
                <c:pt idx="11">
                  <c:v>535</c:v>
                </c:pt>
                <c:pt idx="12">
                  <c:v>386</c:v>
                </c:pt>
                <c:pt idx="13">
                  <c:v>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2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2026-05-20T10:04:34Z</dcterms:created>
  <dcterms:modified xsi:type="dcterms:W3CDTF">2026-05-20T10:04:34Z</dcterms:modified>
</cp:coreProperties>
</file>