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Site</c:v>
                </c:pt>
              </c:strCache>
            </c:strRef>
          </c:tx>
          <c:spPr>
            <a:solidFill>
              <a:srgbClr val="2F6FF2"/>
            </a:solidFill>
            <a:ln w="25400" cap="rnd">
              <a:solidFill>
                <a:srgbClr val="2F6F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FF2"/>
              </a:solidFill>
              <a:ln w="9525" cap="flat">
                <a:solidFill>
                  <a:srgbClr val="2F6F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1095</c:v>
                </c:pt>
                <c:pt idx="1">
                  <c:v>7201</c:v>
                </c:pt>
                <c:pt idx="2">
                  <c:v>1785</c:v>
                </c:pt>
                <c:pt idx="3">
                  <c:v>1608</c:v>
                </c:pt>
                <c:pt idx="4">
                  <c:v>1872</c:v>
                </c:pt>
                <c:pt idx="5">
                  <c:v>5346</c:v>
                </c:pt>
                <c:pt idx="6">
                  <c:v>1992</c:v>
                </c:pt>
                <c:pt idx="7">
                  <c:v>2736</c:v>
                </c:pt>
                <c:pt idx="8">
                  <c:v>2429</c:v>
                </c:pt>
                <c:pt idx="9">
                  <c:v>3597</c:v>
                </c:pt>
                <c:pt idx="10">
                  <c:v>4683</c:v>
                </c:pt>
                <c:pt idx="11">
                  <c:v>5082</c:v>
                </c:pt>
                <c:pt idx="12">
                  <c:v>3974</c:v>
                </c:pt>
                <c:pt idx="13">
                  <c:v>1102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Publisher 1</c:v>
                </c:pt>
              </c:strCache>
            </c:strRef>
          </c:tx>
          <c:spPr>
            <a:solidFill>
              <a:srgbClr val="F28E2B"/>
            </a:solidFill>
            <a:ln w="25400" cap="rnd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3147</c:v>
                </c:pt>
                <c:pt idx="1">
                  <c:v>3618</c:v>
                </c:pt>
                <c:pt idx="2">
                  <c:v>4419</c:v>
                </c:pt>
                <c:pt idx="3">
                  <c:v>4043</c:v>
                </c:pt>
                <c:pt idx="4">
                  <c:v>2681</c:v>
                </c:pt>
                <c:pt idx="5">
                  <c:v>4090</c:v>
                </c:pt>
                <c:pt idx="6">
                  <c:v>3113</c:v>
                </c:pt>
                <c:pt idx="7">
                  <c:v>2675</c:v>
                </c:pt>
                <c:pt idx="8">
                  <c:v>3376</c:v>
                </c:pt>
                <c:pt idx="9">
                  <c:v>3420</c:v>
                </c:pt>
                <c:pt idx="10">
                  <c:v>6184</c:v>
                </c:pt>
                <c:pt idx="11">
                  <c:v>4671</c:v>
                </c:pt>
                <c:pt idx="12">
                  <c:v>5402</c:v>
                </c:pt>
                <c:pt idx="13">
                  <c:v>1629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Publisher 2</c:v>
                </c:pt>
              </c:strCache>
            </c:strRef>
          </c:tx>
          <c:spPr>
            <a:solidFill>
              <a:srgbClr val="9AA3AD"/>
            </a:solidFill>
            <a:ln w="25400" cap="rnd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133</c:v>
                </c:pt>
                <c:pt idx="1">
                  <c:v>256</c:v>
                </c:pt>
                <c:pt idx="2">
                  <c:v>96</c:v>
                </c:pt>
                <c:pt idx="3">
                  <c:v>105</c:v>
                </c:pt>
                <c:pt idx="4">
                  <c:v>251</c:v>
                </c:pt>
                <c:pt idx="5">
                  <c:v>1471</c:v>
                </c:pt>
                <c:pt idx="6">
                  <c:v>919</c:v>
                </c:pt>
                <c:pt idx="7">
                  <c:v>932</c:v>
                </c:pt>
                <c:pt idx="8">
                  <c:v>995</c:v>
                </c:pt>
                <c:pt idx="9">
                  <c:v>2025</c:v>
                </c:pt>
                <c:pt idx="10">
                  <c:v>2029</c:v>
                </c:pt>
                <c:pt idx="11">
                  <c:v>1996</c:v>
                </c:pt>
                <c:pt idx="12">
                  <c:v>1720</c:v>
                </c:pt>
                <c:pt idx="13">
                  <c:v>436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Publisher 3</c:v>
                </c:pt>
              </c:strCache>
            </c:strRef>
          </c:tx>
          <c:spPr>
            <a:solidFill>
              <a:srgbClr val="F2C94C"/>
            </a:solidFill>
            <a:ln w="25400" cap="rnd">
              <a:solidFill>
                <a:srgbClr val="F2C9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94C"/>
              </a:solidFill>
              <a:ln w="9525" cap="flat">
                <a:solidFill>
                  <a:srgbClr val="F2C9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1435</c:v>
                </c:pt>
                <c:pt idx="1">
                  <c:v>1441</c:v>
                </c:pt>
                <c:pt idx="2">
                  <c:v>1421</c:v>
                </c:pt>
                <c:pt idx="3">
                  <c:v>960</c:v>
                </c:pt>
                <c:pt idx="4">
                  <c:v>1055</c:v>
                </c:pt>
                <c:pt idx="5">
                  <c:v>1120</c:v>
                </c:pt>
                <c:pt idx="6">
                  <c:v>970</c:v>
                </c:pt>
                <c:pt idx="7">
                  <c:v>982</c:v>
                </c:pt>
                <c:pt idx="8">
                  <c:v>2000</c:v>
                </c:pt>
                <c:pt idx="9">
                  <c:v>2627</c:v>
                </c:pt>
                <c:pt idx="10">
                  <c:v>2006</c:v>
                </c:pt>
                <c:pt idx="11">
                  <c:v>1953</c:v>
                </c:pt>
                <c:pt idx="12">
                  <c:v>2301</c:v>
                </c:pt>
                <c:pt idx="13">
                  <c:v>329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Publisher 4</c:v>
                </c:pt>
              </c:strCache>
            </c:strRef>
          </c:tx>
          <c:spPr>
            <a:solidFill>
              <a:srgbClr val="2F6FF2"/>
            </a:solidFill>
            <a:ln w="25400" cap="rnd">
              <a:solidFill>
                <a:srgbClr val="2F6F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FF2"/>
              </a:solidFill>
              <a:ln w="9525" cap="flat">
                <a:solidFill>
                  <a:srgbClr val="2F6F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748</c:v>
                </c:pt>
                <c:pt idx="1">
                  <c:v>548</c:v>
                </c:pt>
                <c:pt idx="2">
                  <c:v>701</c:v>
                </c:pt>
                <c:pt idx="3">
                  <c:v>471</c:v>
                </c:pt>
                <c:pt idx="4">
                  <c:v>282</c:v>
                </c:pt>
                <c:pt idx="5">
                  <c:v>372</c:v>
                </c:pt>
                <c:pt idx="6">
                  <c:v>408</c:v>
                </c:pt>
                <c:pt idx="7">
                  <c:v>597</c:v>
                </c:pt>
                <c:pt idx="8">
                  <c:v>810</c:v>
                </c:pt>
                <c:pt idx="9">
                  <c:v>621</c:v>
                </c:pt>
                <c:pt idx="10">
                  <c:v>938</c:v>
                </c:pt>
                <c:pt idx="11">
                  <c:v>535</c:v>
                </c:pt>
                <c:pt idx="12">
                  <c:v>386</c:v>
                </c:pt>
                <c:pt idx="13">
                  <c:v>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 cap="flat">
            <a:solidFill>
              <a:srgbClr val="D9DEE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  <c:min val="0"/>
        </c:scaling>
        <c:delete val="0"/>
        <c:axPos val="l"/>
        <c:majorGridlines>
          <c:spPr>
            <a:ln w="5715" cap="flat">
              <a:solidFill>
                <a:srgbClr val="D9DEE8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4"/>
        <c:crosses val="autoZero"/>
        <c:crossBetween val="between"/>
        <c:majorUnit val="2000"/>
      </c:valAx>
      <c:spPr>
        <a:solidFill>
          <a:srgbClr val="F3F4F6"/>
        </a:solidFill>
        <a:ln w="12700" cap="flat">
          <a:solidFill>
            <a:srgbClr val="F3F4F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B6372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F3F4F6"/>
    </a:solidFill>
    <a:ln w="12700" cap="flat">
      <a:solidFill>
        <a:srgbClr val="F3F4F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1/2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2/2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289804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45576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31037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31037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2435733" y="531037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41248" y="3383280"/>
          <a:ext cx="10607040" cy="27980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472513"/>
            <a:ext cx="438912" cy="104131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21648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442475"/>
            <a:ext cx="438912" cy="10713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1864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81765"/>
            <a:ext cx="438912" cy="163206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62573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248897"/>
            <a:ext cx="438912" cy="126493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9286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90089"/>
            <a:ext cx="438912" cy="32374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340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173401"/>
            <a:ext cx="438912" cy="34043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91736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016536"/>
            <a:ext cx="438912" cy="497296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760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193426"/>
            <a:ext cx="438912" cy="32040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373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33604"/>
            <a:ext cx="438912" cy="18022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775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2026-05-20T09:49:43Z</dcterms:created>
  <dcterms:modified xsi:type="dcterms:W3CDTF">2026-05-20T09:49:43Z</dcterms:modified>
</cp:coreProperties>
</file>