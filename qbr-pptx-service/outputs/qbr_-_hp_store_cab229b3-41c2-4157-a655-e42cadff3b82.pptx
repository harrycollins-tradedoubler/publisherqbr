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HP Store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December 2025 – 25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25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December 2024 – 25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54,562 vs 61,984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£24,076,021 vs £24,608,446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-2.2%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697480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5020056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09944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0.13% vs 0.12%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8732520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+9.6%</a:t>
            </a:r>
            <a:endParaRPr lang="en-US" sz="1020" dirty="0"/>
          </a:p>
        </p:txBody>
      </p:sp>
      <p:sp>
        <p:nvSpPr>
          <p:cNvPr id="39" name="Text 36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HP Store, performance was mixed in Dec 2025 – Mar 2026. Conversions moved -12.0% to 54,562 and conversion rate moved +9.6% to 0.13%. Publisher commission decreased -3.5% to £903,086, while digital wallet earnings changed N/A to -. Total earnings ended at £903,086 (-3.5%) and total order value decreased -2.2% to £24,076,021.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8401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2097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6300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0897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Germany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19,084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€8,904,115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34567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Netherlands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7,067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€2,627,705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12345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28,411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£12,544,201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+9.6% (0.12% to 0.13%). Conversions decreased -12.0% (-7,422),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-12.0% (-7,422). Largest declining programs were VoucherCodes (-14.4%).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-2.2% (£24,608,446 to £24,076,021).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-3.5% (£935,460 to £903,086).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-3.5% (£935,460 to £903,086).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99048" y="1783080"/>
            <a:ext cx="0" cy="443484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" y="4000500"/>
            <a:ext cx="10771632" cy="0"/>
          </a:xfrm>
          <a:prstGeom prst="line">
            <a:avLst/>
          </a:prstGeom>
          <a:noFill/>
          <a:ln w="12700">
            <a:solidFill>
              <a:srgbClr val="FFFFFF">
                <a:alpha val="9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87552" y="2075688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987552" y="2532888"/>
            <a:ext cx="4782312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Skimlinks was the strongest YoY uplift program (Content), adding +£590,200 in OV (+18.3%).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373368" y="2075688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6373368" y="2532888"/>
            <a:ext cx="4782312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VoucherCodes was the largest declining program (Voucher), with OV movement -£780,112 (-14.2%).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87552" y="4293108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987552" y="4750308"/>
            <a:ext cx="4782312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remains high: VoucherCodes and Skimlinks account for £8,551,310 (64.7% of programme OV).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 Rate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£441.26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£397.01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+£44.25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ROI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26.66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26.31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2026-05-19T10:30:07Z</dcterms:created>
  <dcterms:modified xsi:type="dcterms:W3CDTF">2026-05-19T10:30:07Z</dcterms:modified>
</cp:coreProperties>
</file>