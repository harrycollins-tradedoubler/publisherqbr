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 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 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 -3.5%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 -3.5%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 +9.6%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190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â‚¬8,904,115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â‚¬2,627,705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Â£12,544,201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basket-value mix by program and separate volume issues from average-order-value movement.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concentration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quality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2026-05-19T09:12:36Z</dcterms:created>
  <dcterms:modified xsi:type="dcterms:W3CDTF">2026-05-19T09:12:36Z</dcterms:modified>
</cp:coreProperties>
</file>