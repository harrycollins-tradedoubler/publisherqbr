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 Store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HP Store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December 2025 – 25 March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25 March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December 2024 – 25 March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54,562 vs 61,984 PY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3163824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-12.0%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53712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£24,076,021 vs £24,608,446 PY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876288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-2.2%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66176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£903,086 vs £935,460 PY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0588752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-3.5%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2496312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496312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995928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23944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697480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2697480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£903,086 vs £935,460 PY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5020056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-3.5%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6208776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08776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708392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836408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409944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09944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0.13% vs 0.12% PY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8732520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+9.6%</a:t>
            </a:r>
            <a:endParaRPr lang="en-US" sz="1020" dirty="0"/>
          </a:p>
        </p:txBody>
      </p:sp>
      <p:sp>
        <p:nvSpPr>
          <p:cNvPr id="39" name="Text 36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HP Store, performance was mixed in Dec 2025 – Mar 2026. Conversions moved -12.0% to 54,562 and conversion rate moved +9.6% to 0.13%. Publisher commission decreased -3.5% to £903,086, while digital wallet earnings changed N/A to -. Total earnings ended at £903,086 (-3.5%) and total order value decreased -2.2% to £24,076,021.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78401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2097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6300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54,562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61,984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-7,422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-12.0%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42,050,161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52,364,355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-10,314,194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Conversion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£16.55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£15.09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+£1.46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£24,076,021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£24,608,446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-£532,425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0897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288493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2738628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23456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Germany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19,084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€8,904,115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34567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Netherlands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7,067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€2,627,705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12345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28,411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£12,544,201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3922776"/>
            <a:ext cx="326440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qualifying program movement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7392924" y="3954780"/>
            <a:ext cx="18288" cy="11887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6932" y="39410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programs reviewed | Accepted: 1 | Hold Under Consideration: 1 | Not Connected: 1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93596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392254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Everpress</a:t>
            </a:r>
            <a:endParaRPr lang="en-US" sz="64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84048" y="2034540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1597" y="2200504"/>
            <a:ext cx="65837" cy="65837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205511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392847</a:t>
            </a:r>
            <a:endParaRPr lang="en-US" sz="640" dirty="0"/>
          </a:p>
        </p:txBody>
      </p:sp>
      <p:sp>
        <p:nvSpPr>
          <p:cNvPr id="33" name="Text 30"/>
          <p:cNvSpPr/>
          <p:nvPr/>
        </p:nvSpPr>
        <p:spPr>
          <a:xfrm>
            <a:off x="987552" y="2055114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Bosch DIY UK</a:t>
            </a:r>
            <a:endParaRPr lang="en-US" sz="640" dirty="0"/>
          </a:p>
        </p:txBody>
      </p:sp>
      <p:sp>
        <p:nvSpPr>
          <p:cNvPr id="34" name="Text 31"/>
          <p:cNvSpPr/>
          <p:nvPr/>
        </p:nvSpPr>
        <p:spPr>
          <a:xfrm>
            <a:off x="2435733" y="205511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UC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384048" y="2441448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7" y="260741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246202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392637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987552" y="2462022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Atlanta Braves</a:t>
            </a:r>
            <a:endParaRPr lang="en-US" sz="640" dirty="0"/>
          </a:p>
        </p:txBody>
      </p:sp>
      <p:sp>
        <p:nvSpPr>
          <p:cNvPr id="39" name="Text 36"/>
          <p:cNvSpPr/>
          <p:nvPr/>
        </p:nvSpPr>
        <p:spPr>
          <a:xfrm>
            <a:off x="2435733" y="246202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42" name="Shape 39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44" name="Shape 41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564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864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3931920"/>
            <a:ext cx="9674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share chart requires publisher commission values for the primary site and comparison group.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1021385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875081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+9.6% (0.12% to 0.13%). Conversions decreased -12.0% (-7,422),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-12.0% (-7,422). Largest declining programs were VoucherCodes (-14.4%).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-2.2% (£24,608,446 to £24,076,021).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-3.5% (£935,460 to £903,086).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-3.5% (£935,460 to £903,086). Digital wallet contribution was - (N/A),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 mix volatility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Skimlinks was the strongest YoY uplift program (Content), adding +£590,200 in OV (+18.3%).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higher-basket placements or bundles with the affected programs, then track order value and conversion mix before adding more low-value volume.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 mix volatility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VoucherCodes was the largest declining program (Voucher), with OV movement -£780,112 (-14.2%).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higher-basket placements or bundles with the affected programs, then track order value and conversion mix before adding more low-value volume.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concentration risk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concentration remains high: VoucherCodes and Skimlinks account for £8,551,310 (64.7% of programme OV).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 Store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783080"/>
            <a:ext cx="11430000" cy="438637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40073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42,050,161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52,364,355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-10,314,194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54,562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61,984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-7,422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-12.0%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 Rate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£24,076,021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£24,608,446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-£532,425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AOV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£441.26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£397.01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+£44.25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+11.1%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 Commission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Commission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CPA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£16.55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£15.09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+£1.46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ROI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26.66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26.31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+0.35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2026-05-20T14:30:12Z</dcterms:created>
  <dcterms:modified xsi:type="dcterms:W3CDTF">2026-05-20T14:30:12Z</dcterms:modified>
</cp:coreProperties>
</file>