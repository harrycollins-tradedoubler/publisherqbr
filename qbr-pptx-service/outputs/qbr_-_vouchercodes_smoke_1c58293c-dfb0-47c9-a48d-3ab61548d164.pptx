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VoucherCodes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Reporting period not provided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Reporting period not provided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Comparison period not provided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VoucherCodes, performance was mixed in Reporting period not provided.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274320" y="932688"/>
            <a:ext cx="4251960" cy="4251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4920" y="71323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12064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93776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8920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845820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opportunities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£14.1k already accepted but inactive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5897880" y="32735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£14.1k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6692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79008" y="444398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programs where the primary publisher is not earning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5074920" y="51023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accepted and click-led programs first, then build an application pipeline for no-connection gaps. The largest visible gap is Gap Program 1 (£1.5k).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competitor-funded gaps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receiving publisher commission from competitors while the primary publisher is not earning.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highest-value programs shown here. 2 remaining gap programs are available in the Excel report.</a:t>
            </a:r>
            <a:endParaRPr lang="en-US" sz="940" dirty="0"/>
          </a:p>
        </p:txBody>
      </p:sp>
      <p:sp>
        <p:nvSpPr>
          <p:cNvPr id="6" name="Shape 3"/>
          <p:cNvSpPr/>
          <p:nvPr/>
        </p:nvSpPr>
        <p:spPr>
          <a:xfrm>
            <a:off x="530352" y="1572768"/>
            <a:ext cx="11137392" cy="310896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642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53712" y="16642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status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6035040" y="166420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signal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7772400" y="16642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- Specified Sites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10625328" y="166420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530352" y="1883664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020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501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535424" y="2048256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20208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035040" y="202082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7772400" y="204825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048256"/>
            <a:ext cx="214884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88752" y="20208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£1,450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30352" y="2304288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502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4535424" y="2468880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5152" y="24414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035040" y="244144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7772400" y="246888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0" y="2468880"/>
            <a:ext cx="2074742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88752" y="24414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£1,400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0352" y="2724912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8620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535424" y="2889504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286207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6035040" y="2862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37" name="Shape 34"/>
          <p:cNvSpPr/>
          <p:nvPr/>
        </p:nvSpPr>
        <p:spPr>
          <a:xfrm>
            <a:off x="7772400" y="288950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2889504"/>
            <a:ext cx="2000644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88752" y="28620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£1,350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30352" y="3145536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0352" y="3282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05840" y="3209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504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535424" y="3310128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32826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6035040" y="328269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46" name="Shape 43"/>
          <p:cNvSpPr/>
          <p:nvPr/>
        </p:nvSpPr>
        <p:spPr>
          <a:xfrm>
            <a:off x="7772400" y="331012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0" y="3310128"/>
            <a:ext cx="192654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88752" y="3282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£1,300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530352" y="3566160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" y="3703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0584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505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535424" y="3730752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45152" y="3703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6035040" y="37033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55" name="Shape 52"/>
          <p:cNvSpPr/>
          <p:nvPr/>
        </p:nvSpPr>
        <p:spPr>
          <a:xfrm>
            <a:off x="7772400" y="373075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0" y="3730752"/>
            <a:ext cx="185244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88752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£1,250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530352" y="3986784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30352" y="4123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00584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506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535424" y="4151376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45152" y="41239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035040" y="41239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64" name="Shape 61"/>
          <p:cNvSpPr/>
          <p:nvPr/>
        </p:nvSpPr>
        <p:spPr>
          <a:xfrm>
            <a:off x="7772400" y="415137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72400" y="4151376"/>
            <a:ext cx="177835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88752" y="412394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£1,200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30352" y="4407408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30352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00584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507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4535424" y="4572000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45152" y="45445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035040" y="45445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73" name="Shape 70"/>
          <p:cNvSpPr/>
          <p:nvPr/>
        </p:nvSpPr>
        <p:spPr>
          <a:xfrm>
            <a:off x="7772400" y="457200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4572000"/>
            <a:ext cx="1704252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588752" y="45445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£1,150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530352" y="4828032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49651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100584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8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508</a:t>
            </a:r>
            <a:endParaRPr lang="en-US" sz="720" dirty="0"/>
          </a:p>
        </p:txBody>
      </p:sp>
      <p:sp>
        <p:nvSpPr>
          <p:cNvPr id="79" name="Shape 76"/>
          <p:cNvSpPr/>
          <p:nvPr/>
        </p:nvSpPr>
        <p:spPr>
          <a:xfrm>
            <a:off x="4535424" y="4992624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645152" y="496519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6035040" y="496519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82" name="Shape 79"/>
          <p:cNvSpPr/>
          <p:nvPr/>
        </p:nvSpPr>
        <p:spPr>
          <a:xfrm>
            <a:off x="7772400" y="499262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72400" y="4992624"/>
            <a:ext cx="1630154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588752" y="49651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£1,100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530352" y="5248656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30352" y="5385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1005840" y="5312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9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509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4535424" y="5413248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645152" y="53858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6035040" y="53858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91" name="Shape 88"/>
          <p:cNvSpPr/>
          <p:nvPr/>
        </p:nvSpPr>
        <p:spPr>
          <a:xfrm>
            <a:off x="7772400" y="541324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772400" y="5413248"/>
            <a:ext cx="1556057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588752" y="53858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£1,050</a:t>
            </a:r>
            <a:endParaRPr lang="en-US" sz="780" dirty="0"/>
          </a:p>
        </p:txBody>
      </p:sp>
      <p:sp>
        <p:nvSpPr>
          <p:cNvPr id="94" name="Shape 91"/>
          <p:cNvSpPr/>
          <p:nvPr/>
        </p:nvSpPr>
        <p:spPr>
          <a:xfrm>
            <a:off x="530352" y="5669280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30352" y="58064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100584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10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5010</a:t>
            </a:r>
            <a:endParaRPr lang="en-US" sz="720" dirty="0"/>
          </a:p>
        </p:txBody>
      </p:sp>
      <p:sp>
        <p:nvSpPr>
          <p:cNvPr id="97" name="Shape 94"/>
          <p:cNvSpPr/>
          <p:nvPr/>
        </p:nvSpPr>
        <p:spPr>
          <a:xfrm>
            <a:off x="4535424" y="5833872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645152" y="58064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6035040" y="5806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competitors earning</a:t>
            </a:r>
            <a:endParaRPr lang="en-US" sz="710" dirty="0"/>
          </a:p>
        </p:txBody>
      </p:sp>
      <p:sp>
        <p:nvSpPr>
          <p:cNvPr id="100" name="Shape 97"/>
          <p:cNvSpPr/>
          <p:nvPr/>
        </p:nvSpPr>
        <p:spPr>
          <a:xfrm>
            <a:off x="7772400" y="583387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772400" y="5833872"/>
            <a:ext cx="1481959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588752" y="58064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£1,000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programs reviewed | Accepted: 1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32" name="Shape 2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34" name="Shape 3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VoucherCodes smoke</dc:title>
  <dc:subject>Quarterly business review</dc:subject>
  <dc:creator>QBR PPTX Service</dc:creator>
  <cp:lastModifiedBy>QBR PPTX Service</cp:lastModifiedBy>
  <cp:revision>1</cp:revision>
  <dcterms:created xsi:type="dcterms:W3CDTF">2026-05-20T14:56:29Z</dcterms:created>
  <dcterms:modified xsi:type="dcterms:W3CDTF">2026-05-20T14:56:29Z</dcterms:modified>
</cp:coreProperties>
</file>