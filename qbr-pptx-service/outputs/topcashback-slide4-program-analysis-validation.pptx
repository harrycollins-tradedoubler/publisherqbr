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2026 – Apr 2026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period from the QBR request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927080" cy="192024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51460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January 2026 – 15 April 2026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130 vs 100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+30.0%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13,000 vs GBP 10,000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+30.0%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1,145 vs GBP 1,020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+12.3%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697480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5.0% vs 4.0%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+25.0%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09944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1,000 vs GBP 900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+11.1%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was mixed in Jan 2026 – Apr 2026. Conversions moved +30.0% to 130 and conversion rate moved +25.0% to 5.0%. Publisher commission increased +11.1% to GBP 1,000, while digital wallet earnings increased +20.8% to GBP 145. Total earnings ended at GBP 1,145 (+12.3%) and total order value increased +30.0% to GBP 13,000.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6300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Period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 Year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13,000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3,000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900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1,145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1,020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+12.3%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226564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080260"/>
        </p:xfrm>
        <a:graphic>
          <a:graphicData uri="http://schemas.openxmlformats.org/drawingml/2006/table">
            <a:tbl>
              <a:tblPr/>
              <a:tblGrid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Higher Commission Retailer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700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725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4,000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Lower Commission Retailer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300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420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9,000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+25.0% (4.0% to 5.0%). Conversions increased +30.0% (30), showing how efficiently the publisher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increased +30.0% (30). Largest declining publisher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increased +30.0% (GBP 10,000 to GBP 13,000).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increased +11.1% (GBP 900 to GBP 1,000). Commission remains the core publisher earning component.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increased +12.3% (GBP 1,020 to GBP 1,145). Digital wallet contribution was GBP 145 (+20.8%),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18653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Activity by Segment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0" y="1865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24144" y="2340864"/>
            <a:ext cx="4773168" cy="4334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Driver not confirmed from available segment and publisher data.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stable top publisher concentration signal available in current extract.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New publisher contribution could not be quantified from available data.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source publisher tables to confirm movement drivers.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Segment Performance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12064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Segment-level trend not available from current data extract.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713232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36208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37376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segment table to confirm YoY movement drivers before actioning.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6437376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Cross-check top publishers per segment for concentration effects.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713232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6208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6437376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" y="5102352"/>
            <a:ext cx="11073384" cy="1572768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23036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signal not available.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" y="5541264"/>
            <a:ext cx="10744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movement not available from this extract.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Change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Up (by YoY 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qualifying 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Down (by YoY 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qualifying 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Change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Up (by YoY 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qualifying 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Down (by YoY 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qualifying 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Clicks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Change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Up (by YoY 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qualifying 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Down (by YoY %)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qualifying 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Growth Signals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Factual observations from the data relevant to the programme's sales performance - 2026-01-16 to 2026-04-15.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 Segment: Highest YoY Sales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 growth signal is not fully available in the current extract.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Improved to 5.0%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conversion rate moved from 4.0% to 5.0% (+25.0%). Sales changed N/A while clicks changed N/A, indicating the quality shift in converting traffic.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 Growth Across Multiple Publishers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AOV moved N/A to N/A.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Cashback Segment: Largest Volume Base with Sales Decline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Cashback segment-level signal is not fully available in the current extract.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Volume Decline Concentrated in Two Publishers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click decline concentration could not be confirmed from available movers data.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2510942"/>
                <a:gridCol w="1121054"/>
                <a:gridCol w="757854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 variance 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Driver not confirmed from available segment and publisher data.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concentration 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stable top publisher concentration signal available in current extract.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 variance 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publisher contribution could not be quantified from available data.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 variance 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source publisher tables to confirm movement drivers.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Traffic decline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 Movement: Conversion rate increased +25.0% (4.0% to 5.0%). Conversions increased +30.0% (30), showing how efficiently the publisher converted traffic into outcomes.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8680" y="28986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>
                    <a:alpha val="8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 Publisher Performance Review - 2026-01-16 to 2026-04-15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2026-05-05T08:31:39Z</dcterms:created>
  <dcterms:modified xsi:type="dcterms:W3CDTF">2026-05-05T08:31:39Z</dcterms:modified>
</cp:coreProperties>
</file>