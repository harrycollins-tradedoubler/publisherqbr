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16 January 2026 – 15 April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15 April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16 January 2025 – 15 April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 vs 100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12500 vs GBP 10000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750 vs GBP 700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+7.1%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250 vs GBP 100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+150.0%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1000 vs GBP 800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5.0% vs 4.0%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Jan 2026 – Apr 2026. Conversions moved +25.0% to 125 and conversion rate moved +25.0% to 5.0%. Publisher commission increased +7.1% to GBP 750, while digital wallet earnings increased +150.0% to GBP 250. Total earnings ended at GBP 1000 (+25.0%) and total order value increased +25.0% to GBP 12500.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0.40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0.40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750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700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800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392254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Everpress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274320" y="932688"/>
            <a:ext cx="4251960" cy="4251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4920" y="71323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in the competitor gap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12064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93776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89204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requiring activation, application or recovery</a:t>
            </a:r>
            <a:endParaRPr lang="en-US" sz="980" dirty="0"/>
          </a:p>
        </p:txBody>
      </p:sp>
      <p:sp>
        <p:nvSpPr>
          <p:cNvPr id="8" name="Text 4"/>
          <p:cNvSpPr/>
          <p:nvPr/>
        </p:nvSpPr>
        <p:spPr>
          <a:xfrm>
            <a:off x="845820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2753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opportunities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£41.1k already accepted but inactive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5897880" y="32735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£159.9k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669280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 opportunity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79008" y="444398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programs where the primary publisher is not earning</a:t>
            </a:r>
            <a:endParaRPr lang="en-US" sz="1040" dirty="0"/>
          </a:p>
        </p:txBody>
      </p:sp>
      <p:sp>
        <p:nvSpPr>
          <p:cNvPr id="14" name="Text 10"/>
          <p:cNvSpPr/>
          <p:nvPr/>
        </p:nvSpPr>
        <p:spPr>
          <a:xfrm>
            <a:off x="5074920" y="51023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accepted and click-led programs first, then build an application pipeline for no-connection gaps. The largest visible gap is Philips Hue UK - AFF (£3.5k).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Analysis Register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programs reviewed | Connection status and Pub Comm - Specified Sites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programs reviewed | Page 1/2 | Pub Comm - Specified Sites is competitor-generated publisher commission where the primary publisher is not earning.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384048" y="1627632"/>
            <a:ext cx="3742944" cy="210312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1677924"/>
            <a:ext cx="3633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 / Status / Pub Comm</a:t>
            </a:r>
            <a:endParaRPr lang="en-US" sz="580" dirty="0"/>
          </a:p>
        </p:txBody>
      </p:sp>
      <p:sp>
        <p:nvSpPr>
          <p:cNvPr id="8" name="Shape 5"/>
          <p:cNvSpPr/>
          <p:nvPr/>
        </p:nvSpPr>
        <p:spPr>
          <a:xfrm>
            <a:off x="384048" y="18699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5196" y="194310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901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350000</a:t>
            </a:r>
            <a:endParaRPr lang="en-US" sz="525" dirty="0"/>
          </a:p>
        </p:txBody>
      </p:sp>
      <p:sp>
        <p:nvSpPr>
          <p:cNvPr id="11" name="Text 8"/>
          <p:cNvSpPr/>
          <p:nvPr/>
        </p:nvSpPr>
        <p:spPr>
          <a:xfrm>
            <a:off x="914400" y="19019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Hue UK - AFF</a:t>
            </a:r>
            <a:endParaRPr lang="en-US" sz="525" dirty="0"/>
          </a:p>
        </p:txBody>
      </p:sp>
      <p:sp>
        <p:nvSpPr>
          <p:cNvPr id="12" name="Text 9"/>
          <p:cNvSpPr/>
          <p:nvPr/>
        </p:nvSpPr>
        <p:spPr>
          <a:xfrm>
            <a:off x="2755392" y="1901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13" name="Text 10"/>
          <p:cNvSpPr/>
          <p:nvPr/>
        </p:nvSpPr>
        <p:spPr>
          <a:xfrm>
            <a:off x="3505200" y="19019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£3,500</a:t>
            </a:r>
            <a:endParaRPr lang="en-US" sz="520" dirty="0"/>
          </a:p>
        </p:txBody>
      </p:sp>
      <p:sp>
        <p:nvSpPr>
          <p:cNvPr id="14" name="Shape 11"/>
          <p:cNvSpPr/>
          <p:nvPr/>
        </p:nvSpPr>
        <p:spPr>
          <a:xfrm>
            <a:off x="384048" y="20756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5196" y="214884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1076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350004</a:t>
            </a:r>
            <a:endParaRPr lang="en-US" sz="525" dirty="0"/>
          </a:p>
        </p:txBody>
      </p:sp>
      <p:sp>
        <p:nvSpPr>
          <p:cNvPr id="17" name="Text 14"/>
          <p:cNvSpPr/>
          <p:nvPr/>
        </p:nvSpPr>
        <p:spPr>
          <a:xfrm>
            <a:off x="914400" y="21076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05</a:t>
            </a:r>
            <a:endParaRPr lang="en-US" sz="525" dirty="0"/>
          </a:p>
        </p:txBody>
      </p:sp>
      <p:sp>
        <p:nvSpPr>
          <p:cNvPr id="18" name="Text 15"/>
          <p:cNvSpPr/>
          <p:nvPr/>
        </p:nvSpPr>
        <p:spPr>
          <a:xfrm>
            <a:off x="2755392" y="21076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19" name="Text 16"/>
          <p:cNvSpPr/>
          <p:nvPr/>
        </p:nvSpPr>
        <p:spPr>
          <a:xfrm>
            <a:off x="3505200" y="21076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£3,348</a:t>
            </a:r>
            <a:endParaRPr lang="en-US" sz="520" dirty="0"/>
          </a:p>
        </p:txBody>
      </p:sp>
      <p:sp>
        <p:nvSpPr>
          <p:cNvPr id="20" name="Shape 17"/>
          <p:cNvSpPr/>
          <p:nvPr/>
        </p:nvSpPr>
        <p:spPr>
          <a:xfrm>
            <a:off x="384048" y="22814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5196" y="235458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23134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350008</a:t>
            </a:r>
            <a:endParaRPr lang="en-US" sz="525" dirty="0"/>
          </a:p>
        </p:txBody>
      </p:sp>
      <p:sp>
        <p:nvSpPr>
          <p:cNvPr id="23" name="Text 20"/>
          <p:cNvSpPr/>
          <p:nvPr/>
        </p:nvSpPr>
        <p:spPr>
          <a:xfrm>
            <a:off x="914400" y="23134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09</a:t>
            </a:r>
            <a:endParaRPr lang="en-US" sz="525" dirty="0"/>
          </a:p>
        </p:txBody>
      </p:sp>
      <p:sp>
        <p:nvSpPr>
          <p:cNvPr id="24" name="Text 21"/>
          <p:cNvSpPr/>
          <p:nvPr/>
        </p:nvSpPr>
        <p:spPr>
          <a:xfrm>
            <a:off x="2755392" y="23134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25" name="Text 22"/>
          <p:cNvSpPr/>
          <p:nvPr/>
        </p:nvSpPr>
        <p:spPr>
          <a:xfrm>
            <a:off x="3505200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£3,196</a:t>
            </a:r>
            <a:endParaRPr lang="en-US" sz="520" dirty="0"/>
          </a:p>
        </p:txBody>
      </p:sp>
      <p:sp>
        <p:nvSpPr>
          <p:cNvPr id="26" name="Shape 23"/>
          <p:cNvSpPr/>
          <p:nvPr/>
        </p:nvSpPr>
        <p:spPr>
          <a:xfrm>
            <a:off x="384048" y="24871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5196" y="256032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25191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350012</a:t>
            </a:r>
            <a:endParaRPr lang="en-US" sz="525" dirty="0"/>
          </a:p>
        </p:txBody>
      </p:sp>
      <p:sp>
        <p:nvSpPr>
          <p:cNvPr id="29" name="Text 26"/>
          <p:cNvSpPr/>
          <p:nvPr/>
        </p:nvSpPr>
        <p:spPr>
          <a:xfrm>
            <a:off x="914400" y="25191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13</a:t>
            </a:r>
            <a:endParaRPr lang="en-US" sz="525" dirty="0"/>
          </a:p>
        </p:txBody>
      </p:sp>
      <p:sp>
        <p:nvSpPr>
          <p:cNvPr id="30" name="Text 27"/>
          <p:cNvSpPr/>
          <p:nvPr/>
        </p:nvSpPr>
        <p:spPr>
          <a:xfrm>
            <a:off x="2755392" y="25191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31" name="Text 28"/>
          <p:cNvSpPr/>
          <p:nvPr/>
        </p:nvSpPr>
        <p:spPr>
          <a:xfrm>
            <a:off x="3505200" y="25191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£3,044</a:t>
            </a:r>
            <a:endParaRPr lang="en-US" sz="520" dirty="0"/>
          </a:p>
        </p:txBody>
      </p:sp>
      <p:sp>
        <p:nvSpPr>
          <p:cNvPr id="32" name="Shape 29"/>
          <p:cNvSpPr/>
          <p:nvPr/>
        </p:nvSpPr>
        <p:spPr>
          <a:xfrm>
            <a:off x="384048" y="269290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5196" y="276606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27249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350016</a:t>
            </a:r>
            <a:endParaRPr lang="en-US" sz="525" dirty="0"/>
          </a:p>
        </p:txBody>
      </p:sp>
      <p:sp>
        <p:nvSpPr>
          <p:cNvPr id="35" name="Text 32"/>
          <p:cNvSpPr/>
          <p:nvPr/>
        </p:nvSpPr>
        <p:spPr>
          <a:xfrm>
            <a:off x="914400" y="27249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17</a:t>
            </a:r>
            <a:endParaRPr lang="en-US" sz="525" dirty="0"/>
          </a:p>
        </p:txBody>
      </p:sp>
      <p:sp>
        <p:nvSpPr>
          <p:cNvPr id="36" name="Text 33"/>
          <p:cNvSpPr/>
          <p:nvPr/>
        </p:nvSpPr>
        <p:spPr>
          <a:xfrm>
            <a:off x="2755392" y="27249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37" name="Text 34"/>
          <p:cNvSpPr/>
          <p:nvPr/>
        </p:nvSpPr>
        <p:spPr>
          <a:xfrm>
            <a:off x="3505200" y="27249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£2,892</a:t>
            </a:r>
            <a:endParaRPr lang="en-US" sz="520" dirty="0"/>
          </a:p>
        </p:txBody>
      </p:sp>
      <p:sp>
        <p:nvSpPr>
          <p:cNvPr id="38" name="Shape 35"/>
          <p:cNvSpPr/>
          <p:nvPr/>
        </p:nvSpPr>
        <p:spPr>
          <a:xfrm>
            <a:off x="384048" y="289864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25196" y="297180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29306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350020</a:t>
            </a:r>
            <a:endParaRPr lang="en-US" sz="525" dirty="0"/>
          </a:p>
        </p:txBody>
      </p:sp>
      <p:sp>
        <p:nvSpPr>
          <p:cNvPr id="41" name="Text 38"/>
          <p:cNvSpPr/>
          <p:nvPr/>
        </p:nvSpPr>
        <p:spPr>
          <a:xfrm>
            <a:off x="914400" y="29306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21</a:t>
            </a:r>
            <a:endParaRPr lang="en-US" sz="525" dirty="0"/>
          </a:p>
        </p:txBody>
      </p:sp>
      <p:sp>
        <p:nvSpPr>
          <p:cNvPr id="42" name="Text 39"/>
          <p:cNvSpPr/>
          <p:nvPr/>
        </p:nvSpPr>
        <p:spPr>
          <a:xfrm>
            <a:off x="2755392" y="29306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43" name="Text 40"/>
          <p:cNvSpPr/>
          <p:nvPr/>
        </p:nvSpPr>
        <p:spPr>
          <a:xfrm>
            <a:off x="3505200" y="29306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£2,740</a:t>
            </a:r>
            <a:endParaRPr lang="en-US" sz="520" dirty="0"/>
          </a:p>
        </p:txBody>
      </p:sp>
      <p:sp>
        <p:nvSpPr>
          <p:cNvPr id="44" name="Shape 41"/>
          <p:cNvSpPr/>
          <p:nvPr/>
        </p:nvSpPr>
        <p:spPr>
          <a:xfrm>
            <a:off x="384048" y="310438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5196" y="317754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2920" y="31363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350024</a:t>
            </a:r>
            <a:endParaRPr lang="en-US" sz="525" dirty="0"/>
          </a:p>
        </p:txBody>
      </p:sp>
      <p:sp>
        <p:nvSpPr>
          <p:cNvPr id="47" name="Text 44"/>
          <p:cNvSpPr/>
          <p:nvPr/>
        </p:nvSpPr>
        <p:spPr>
          <a:xfrm>
            <a:off x="914400" y="31363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25</a:t>
            </a:r>
            <a:endParaRPr lang="en-US" sz="525" dirty="0"/>
          </a:p>
        </p:txBody>
      </p:sp>
      <p:sp>
        <p:nvSpPr>
          <p:cNvPr id="48" name="Text 45"/>
          <p:cNvSpPr/>
          <p:nvPr/>
        </p:nvSpPr>
        <p:spPr>
          <a:xfrm>
            <a:off x="2755392" y="3136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49" name="Text 46"/>
          <p:cNvSpPr/>
          <p:nvPr/>
        </p:nvSpPr>
        <p:spPr>
          <a:xfrm>
            <a:off x="3505200" y="31363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£2,588</a:t>
            </a:r>
            <a:endParaRPr lang="en-US" sz="520" dirty="0"/>
          </a:p>
        </p:txBody>
      </p:sp>
      <p:sp>
        <p:nvSpPr>
          <p:cNvPr id="50" name="Shape 47"/>
          <p:cNvSpPr/>
          <p:nvPr/>
        </p:nvSpPr>
        <p:spPr>
          <a:xfrm>
            <a:off x="384048" y="331012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5196" y="338328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02920" y="33421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350028</a:t>
            </a:r>
            <a:endParaRPr lang="en-US" sz="525" dirty="0"/>
          </a:p>
        </p:txBody>
      </p:sp>
      <p:sp>
        <p:nvSpPr>
          <p:cNvPr id="53" name="Text 50"/>
          <p:cNvSpPr/>
          <p:nvPr/>
        </p:nvSpPr>
        <p:spPr>
          <a:xfrm>
            <a:off x="914400" y="33421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29</a:t>
            </a:r>
            <a:endParaRPr lang="en-US" sz="525" dirty="0"/>
          </a:p>
        </p:txBody>
      </p:sp>
      <p:sp>
        <p:nvSpPr>
          <p:cNvPr id="54" name="Text 51"/>
          <p:cNvSpPr/>
          <p:nvPr/>
        </p:nvSpPr>
        <p:spPr>
          <a:xfrm>
            <a:off x="2755392" y="33421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55" name="Text 52"/>
          <p:cNvSpPr/>
          <p:nvPr/>
        </p:nvSpPr>
        <p:spPr>
          <a:xfrm>
            <a:off x="3505200" y="33421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£2,436</a:t>
            </a:r>
            <a:endParaRPr lang="en-US" sz="520" dirty="0"/>
          </a:p>
        </p:txBody>
      </p:sp>
      <p:sp>
        <p:nvSpPr>
          <p:cNvPr id="56" name="Shape 53"/>
          <p:cNvSpPr/>
          <p:nvPr/>
        </p:nvSpPr>
        <p:spPr>
          <a:xfrm>
            <a:off x="384048" y="351586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25196" y="358902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02920" y="35478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350032</a:t>
            </a:r>
            <a:endParaRPr lang="en-US" sz="525" dirty="0"/>
          </a:p>
        </p:txBody>
      </p:sp>
      <p:sp>
        <p:nvSpPr>
          <p:cNvPr id="59" name="Text 56"/>
          <p:cNvSpPr/>
          <p:nvPr/>
        </p:nvSpPr>
        <p:spPr>
          <a:xfrm>
            <a:off x="914400" y="35478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33</a:t>
            </a:r>
            <a:endParaRPr lang="en-US" sz="525" dirty="0"/>
          </a:p>
        </p:txBody>
      </p:sp>
      <p:sp>
        <p:nvSpPr>
          <p:cNvPr id="60" name="Text 57"/>
          <p:cNvSpPr/>
          <p:nvPr/>
        </p:nvSpPr>
        <p:spPr>
          <a:xfrm>
            <a:off x="2755392" y="35478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61" name="Text 58"/>
          <p:cNvSpPr/>
          <p:nvPr/>
        </p:nvSpPr>
        <p:spPr>
          <a:xfrm>
            <a:off x="3505200" y="35478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£2,284</a:t>
            </a:r>
            <a:endParaRPr lang="en-US" sz="520" dirty="0"/>
          </a:p>
        </p:txBody>
      </p:sp>
      <p:sp>
        <p:nvSpPr>
          <p:cNvPr id="62" name="Shape 59"/>
          <p:cNvSpPr/>
          <p:nvPr/>
        </p:nvSpPr>
        <p:spPr>
          <a:xfrm>
            <a:off x="384048" y="372160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25196" y="379476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02920" y="37536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350036</a:t>
            </a:r>
            <a:endParaRPr lang="en-US" sz="525" dirty="0"/>
          </a:p>
        </p:txBody>
      </p:sp>
      <p:sp>
        <p:nvSpPr>
          <p:cNvPr id="65" name="Text 62"/>
          <p:cNvSpPr/>
          <p:nvPr/>
        </p:nvSpPr>
        <p:spPr>
          <a:xfrm>
            <a:off x="914400" y="37536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37</a:t>
            </a:r>
            <a:endParaRPr lang="en-US" sz="525" dirty="0"/>
          </a:p>
        </p:txBody>
      </p:sp>
      <p:sp>
        <p:nvSpPr>
          <p:cNvPr id="66" name="Text 63"/>
          <p:cNvSpPr/>
          <p:nvPr/>
        </p:nvSpPr>
        <p:spPr>
          <a:xfrm>
            <a:off x="2755392" y="37536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67" name="Text 64"/>
          <p:cNvSpPr/>
          <p:nvPr/>
        </p:nvSpPr>
        <p:spPr>
          <a:xfrm>
            <a:off x="3505200" y="37536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£2,132</a:t>
            </a:r>
            <a:endParaRPr lang="en-US" sz="520" dirty="0"/>
          </a:p>
        </p:txBody>
      </p:sp>
      <p:sp>
        <p:nvSpPr>
          <p:cNvPr id="68" name="Shape 65"/>
          <p:cNvSpPr/>
          <p:nvPr/>
        </p:nvSpPr>
        <p:spPr>
          <a:xfrm>
            <a:off x="384048" y="39273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25196" y="400050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02920" y="39593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350040</a:t>
            </a:r>
            <a:endParaRPr lang="en-US" sz="525" dirty="0"/>
          </a:p>
        </p:txBody>
      </p:sp>
      <p:sp>
        <p:nvSpPr>
          <p:cNvPr id="71" name="Text 68"/>
          <p:cNvSpPr/>
          <p:nvPr/>
        </p:nvSpPr>
        <p:spPr>
          <a:xfrm>
            <a:off x="914400" y="39593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41</a:t>
            </a:r>
            <a:endParaRPr lang="en-US" sz="525" dirty="0"/>
          </a:p>
        </p:txBody>
      </p:sp>
      <p:sp>
        <p:nvSpPr>
          <p:cNvPr id="72" name="Text 69"/>
          <p:cNvSpPr/>
          <p:nvPr/>
        </p:nvSpPr>
        <p:spPr>
          <a:xfrm>
            <a:off x="2755392" y="39593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73" name="Text 70"/>
          <p:cNvSpPr/>
          <p:nvPr/>
        </p:nvSpPr>
        <p:spPr>
          <a:xfrm>
            <a:off x="3505200" y="39593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£1,980</a:t>
            </a:r>
            <a:endParaRPr lang="en-US" sz="520" dirty="0"/>
          </a:p>
        </p:txBody>
      </p:sp>
      <p:sp>
        <p:nvSpPr>
          <p:cNvPr id="74" name="Shape 71"/>
          <p:cNvSpPr/>
          <p:nvPr/>
        </p:nvSpPr>
        <p:spPr>
          <a:xfrm>
            <a:off x="384048" y="41330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25196" y="420624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02920" y="41650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350044</a:t>
            </a:r>
            <a:endParaRPr lang="en-US" sz="525" dirty="0"/>
          </a:p>
        </p:txBody>
      </p:sp>
      <p:sp>
        <p:nvSpPr>
          <p:cNvPr id="77" name="Text 74"/>
          <p:cNvSpPr/>
          <p:nvPr/>
        </p:nvSpPr>
        <p:spPr>
          <a:xfrm>
            <a:off x="914400" y="41650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45</a:t>
            </a:r>
            <a:endParaRPr lang="en-US" sz="525" dirty="0"/>
          </a:p>
        </p:txBody>
      </p:sp>
      <p:sp>
        <p:nvSpPr>
          <p:cNvPr id="78" name="Text 75"/>
          <p:cNvSpPr/>
          <p:nvPr/>
        </p:nvSpPr>
        <p:spPr>
          <a:xfrm>
            <a:off x="2755392" y="41650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79" name="Text 76"/>
          <p:cNvSpPr/>
          <p:nvPr/>
        </p:nvSpPr>
        <p:spPr>
          <a:xfrm>
            <a:off x="3505200" y="41650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£1,828</a:t>
            </a:r>
            <a:endParaRPr lang="en-US" sz="520" dirty="0"/>
          </a:p>
        </p:txBody>
      </p:sp>
      <p:sp>
        <p:nvSpPr>
          <p:cNvPr id="80" name="Shape 77"/>
          <p:cNvSpPr/>
          <p:nvPr/>
        </p:nvSpPr>
        <p:spPr>
          <a:xfrm>
            <a:off x="384048" y="43388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25196" y="441198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02920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350048</a:t>
            </a:r>
            <a:endParaRPr lang="en-US" sz="525" dirty="0"/>
          </a:p>
        </p:txBody>
      </p:sp>
      <p:sp>
        <p:nvSpPr>
          <p:cNvPr id="83" name="Text 80"/>
          <p:cNvSpPr/>
          <p:nvPr/>
        </p:nvSpPr>
        <p:spPr>
          <a:xfrm>
            <a:off x="914400" y="43708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49</a:t>
            </a:r>
            <a:endParaRPr lang="en-US" sz="525" dirty="0"/>
          </a:p>
        </p:txBody>
      </p:sp>
      <p:sp>
        <p:nvSpPr>
          <p:cNvPr id="84" name="Text 81"/>
          <p:cNvSpPr/>
          <p:nvPr/>
        </p:nvSpPr>
        <p:spPr>
          <a:xfrm>
            <a:off x="2755392" y="43708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85" name="Text 82"/>
          <p:cNvSpPr/>
          <p:nvPr/>
        </p:nvSpPr>
        <p:spPr>
          <a:xfrm>
            <a:off x="3505200" y="43708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£1,676</a:t>
            </a:r>
            <a:endParaRPr lang="en-US" sz="520" dirty="0"/>
          </a:p>
        </p:txBody>
      </p:sp>
      <p:sp>
        <p:nvSpPr>
          <p:cNvPr id="86" name="Shape 83"/>
          <p:cNvSpPr/>
          <p:nvPr/>
        </p:nvSpPr>
        <p:spPr>
          <a:xfrm>
            <a:off x="384048" y="45445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25196" y="461772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502920" y="45765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350052</a:t>
            </a:r>
            <a:endParaRPr lang="en-US" sz="525" dirty="0"/>
          </a:p>
        </p:txBody>
      </p:sp>
      <p:sp>
        <p:nvSpPr>
          <p:cNvPr id="89" name="Text 86"/>
          <p:cNvSpPr/>
          <p:nvPr/>
        </p:nvSpPr>
        <p:spPr>
          <a:xfrm>
            <a:off x="914400" y="45765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53</a:t>
            </a:r>
            <a:endParaRPr lang="en-US" sz="525" dirty="0"/>
          </a:p>
        </p:txBody>
      </p:sp>
      <p:sp>
        <p:nvSpPr>
          <p:cNvPr id="90" name="Text 87"/>
          <p:cNvSpPr/>
          <p:nvPr/>
        </p:nvSpPr>
        <p:spPr>
          <a:xfrm>
            <a:off x="2755392" y="45765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91" name="Text 88"/>
          <p:cNvSpPr/>
          <p:nvPr/>
        </p:nvSpPr>
        <p:spPr>
          <a:xfrm>
            <a:off x="3505200" y="45765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£1,524</a:t>
            </a:r>
            <a:endParaRPr lang="en-US" sz="520" dirty="0"/>
          </a:p>
        </p:txBody>
      </p:sp>
      <p:sp>
        <p:nvSpPr>
          <p:cNvPr id="92" name="Shape 89"/>
          <p:cNvSpPr/>
          <p:nvPr/>
        </p:nvSpPr>
        <p:spPr>
          <a:xfrm>
            <a:off x="384048" y="475030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25196" y="482346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02920" y="47823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350056</a:t>
            </a:r>
            <a:endParaRPr lang="en-US" sz="525" dirty="0"/>
          </a:p>
        </p:txBody>
      </p:sp>
      <p:sp>
        <p:nvSpPr>
          <p:cNvPr id="95" name="Text 92"/>
          <p:cNvSpPr/>
          <p:nvPr/>
        </p:nvSpPr>
        <p:spPr>
          <a:xfrm>
            <a:off x="914400" y="47823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57</a:t>
            </a:r>
            <a:endParaRPr lang="en-US" sz="525" dirty="0"/>
          </a:p>
        </p:txBody>
      </p:sp>
      <p:sp>
        <p:nvSpPr>
          <p:cNvPr id="96" name="Text 93"/>
          <p:cNvSpPr/>
          <p:nvPr/>
        </p:nvSpPr>
        <p:spPr>
          <a:xfrm>
            <a:off x="2755392" y="47823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97" name="Text 94"/>
          <p:cNvSpPr/>
          <p:nvPr/>
        </p:nvSpPr>
        <p:spPr>
          <a:xfrm>
            <a:off x="3505200" y="47823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£1,372</a:t>
            </a:r>
            <a:endParaRPr lang="en-US" sz="520" dirty="0"/>
          </a:p>
        </p:txBody>
      </p:sp>
      <p:sp>
        <p:nvSpPr>
          <p:cNvPr id="98" name="Shape 95"/>
          <p:cNvSpPr/>
          <p:nvPr/>
        </p:nvSpPr>
        <p:spPr>
          <a:xfrm>
            <a:off x="384048" y="495604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25196" y="502920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502920" y="49880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350060</a:t>
            </a:r>
            <a:endParaRPr lang="en-US" sz="525" dirty="0"/>
          </a:p>
        </p:txBody>
      </p:sp>
      <p:sp>
        <p:nvSpPr>
          <p:cNvPr id="101" name="Text 98"/>
          <p:cNvSpPr/>
          <p:nvPr/>
        </p:nvSpPr>
        <p:spPr>
          <a:xfrm>
            <a:off x="914400" y="49880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61</a:t>
            </a:r>
            <a:endParaRPr lang="en-US" sz="525" dirty="0"/>
          </a:p>
        </p:txBody>
      </p:sp>
      <p:sp>
        <p:nvSpPr>
          <p:cNvPr id="102" name="Text 99"/>
          <p:cNvSpPr/>
          <p:nvPr/>
        </p:nvSpPr>
        <p:spPr>
          <a:xfrm>
            <a:off x="2755392" y="49880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103" name="Text 100"/>
          <p:cNvSpPr/>
          <p:nvPr/>
        </p:nvSpPr>
        <p:spPr>
          <a:xfrm>
            <a:off x="3505200" y="49880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£1,220</a:t>
            </a:r>
            <a:endParaRPr lang="en-US" sz="520" dirty="0"/>
          </a:p>
        </p:txBody>
      </p:sp>
      <p:sp>
        <p:nvSpPr>
          <p:cNvPr id="104" name="Shape 101"/>
          <p:cNvSpPr/>
          <p:nvPr/>
        </p:nvSpPr>
        <p:spPr>
          <a:xfrm>
            <a:off x="384048" y="516178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25196" y="523494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502920" y="51937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350064</a:t>
            </a:r>
            <a:endParaRPr lang="en-US" sz="525" dirty="0"/>
          </a:p>
        </p:txBody>
      </p:sp>
      <p:sp>
        <p:nvSpPr>
          <p:cNvPr id="107" name="Text 104"/>
          <p:cNvSpPr/>
          <p:nvPr/>
        </p:nvSpPr>
        <p:spPr>
          <a:xfrm>
            <a:off x="914400" y="51937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65</a:t>
            </a:r>
            <a:endParaRPr lang="en-US" sz="525" dirty="0"/>
          </a:p>
        </p:txBody>
      </p:sp>
      <p:sp>
        <p:nvSpPr>
          <p:cNvPr id="108" name="Text 105"/>
          <p:cNvSpPr/>
          <p:nvPr/>
        </p:nvSpPr>
        <p:spPr>
          <a:xfrm>
            <a:off x="2755392" y="51937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109" name="Text 106"/>
          <p:cNvSpPr/>
          <p:nvPr/>
        </p:nvSpPr>
        <p:spPr>
          <a:xfrm>
            <a:off x="3505200" y="51937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£1,068</a:t>
            </a:r>
            <a:endParaRPr lang="en-US" sz="520" dirty="0"/>
          </a:p>
        </p:txBody>
      </p:sp>
      <p:sp>
        <p:nvSpPr>
          <p:cNvPr id="110" name="Shape 107"/>
          <p:cNvSpPr/>
          <p:nvPr/>
        </p:nvSpPr>
        <p:spPr>
          <a:xfrm>
            <a:off x="384048" y="536752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25196" y="544068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02920" y="53995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350068</a:t>
            </a:r>
            <a:endParaRPr lang="en-US" sz="525" dirty="0"/>
          </a:p>
        </p:txBody>
      </p:sp>
      <p:sp>
        <p:nvSpPr>
          <p:cNvPr id="113" name="Text 110"/>
          <p:cNvSpPr/>
          <p:nvPr/>
        </p:nvSpPr>
        <p:spPr>
          <a:xfrm>
            <a:off x="914400" y="53995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69</a:t>
            </a:r>
            <a:endParaRPr lang="en-US" sz="525" dirty="0"/>
          </a:p>
        </p:txBody>
      </p:sp>
      <p:sp>
        <p:nvSpPr>
          <p:cNvPr id="114" name="Text 111"/>
          <p:cNvSpPr/>
          <p:nvPr/>
        </p:nvSpPr>
        <p:spPr>
          <a:xfrm>
            <a:off x="2755392" y="53995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115" name="Text 112"/>
          <p:cNvSpPr/>
          <p:nvPr/>
        </p:nvSpPr>
        <p:spPr>
          <a:xfrm>
            <a:off x="3505200" y="53995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£916</a:t>
            </a:r>
            <a:endParaRPr lang="en-US" sz="520" dirty="0"/>
          </a:p>
        </p:txBody>
      </p:sp>
      <p:sp>
        <p:nvSpPr>
          <p:cNvPr id="116" name="Shape 113"/>
          <p:cNvSpPr/>
          <p:nvPr/>
        </p:nvSpPr>
        <p:spPr>
          <a:xfrm>
            <a:off x="384048" y="557326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25196" y="564642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502920" y="56052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350072</a:t>
            </a:r>
            <a:endParaRPr lang="en-US" sz="525" dirty="0"/>
          </a:p>
        </p:txBody>
      </p:sp>
      <p:sp>
        <p:nvSpPr>
          <p:cNvPr id="119" name="Text 116"/>
          <p:cNvSpPr/>
          <p:nvPr/>
        </p:nvSpPr>
        <p:spPr>
          <a:xfrm>
            <a:off x="914400" y="56052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73</a:t>
            </a:r>
            <a:endParaRPr lang="en-US" sz="525" dirty="0"/>
          </a:p>
        </p:txBody>
      </p:sp>
      <p:sp>
        <p:nvSpPr>
          <p:cNvPr id="120" name="Text 117"/>
          <p:cNvSpPr/>
          <p:nvPr/>
        </p:nvSpPr>
        <p:spPr>
          <a:xfrm>
            <a:off x="2755392" y="56052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121" name="Text 118"/>
          <p:cNvSpPr/>
          <p:nvPr/>
        </p:nvSpPr>
        <p:spPr>
          <a:xfrm>
            <a:off x="3505200" y="56052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£764</a:t>
            </a:r>
            <a:endParaRPr lang="en-US" sz="520" dirty="0"/>
          </a:p>
        </p:txBody>
      </p:sp>
      <p:sp>
        <p:nvSpPr>
          <p:cNvPr id="122" name="Shape 119"/>
          <p:cNvSpPr/>
          <p:nvPr/>
        </p:nvSpPr>
        <p:spPr>
          <a:xfrm>
            <a:off x="384048" y="577900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25196" y="5852160"/>
            <a:ext cx="54864" cy="54864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502920" y="58110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350076</a:t>
            </a:r>
            <a:endParaRPr lang="en-US" sz="525" dirty="0"/>
          </a:p>
        </p:txBody>
      </p:sp>
      <p:sp>
        <p:nvSpPr>
          <p:cNvPr id="125" name="Text 122"/>
          <p:cNvSpPr/>
          <p:nvPr/>
        </p:nvSpPr>
        <p:spPr>
          <a:xfrm>
            <a:off x="914400" y="58110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77</a:t>
            </a:r>
            <a:endParaRPr lang="en-US" sz="525" dirty="0"/>
          </a:p>
        </p:txBody>
      </p:sp>
      <p:sp>
        <p:nvSpPr>
          <p:cNvPr id="126" name="Text 123"/>
          <p:cNvSpPr/>
          <p:nvPr/>
        </p:nvSpPr>
        <p:spPr>
          <a:xfrm>
            <a:off x="2755392" y="58110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15" dirty="0"/>
          </a:p>
        </p:txBody>
      </p:sp>
      <p:sp>
        <p:nvSpPr>
          <p:cNvPr id="127" name="Text 124"/>
          <p:cNvSpPr/>
          <p:nvPr/>
        </p:nvSpPr>
        <p:spPr>
          <a:xfrm>
            <a:off x="3505200" y="58110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£612</a:t>
            </a:r>
            <a:endParaRPr lang="en-US" sz="520" dirty="0"/>
          </a:p>
        </p:txBody>
      </p:sp>
      <p:sp>
        <p:nvSpPr>
          <p:cNvPr id="128" name="Shape 125"/>
          <p:cNvSpPr/>
          <p:nvPr/>
        </p:nvSpPr>
        <p:spPr>
          <a:xfrm>
            <a:off x="384048" y="59847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25196" y="605790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502920" y="60167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350001</a:t>
            </a:r>
            <a:endParaRPr lang="en-US" sz="525" dirty="0"/>
          </a:p>
        </p:txBody>
      </p:sp>
      <p:sp>
        <p:nvSpPr>
          <p:cNvPr id="131" name="Text 128"/>
          <p:cNvSpPr/>
          <p:nvPr/>
        </p:nvSpPr>
        <p:spPr>
          <a:xfrm>
            <a:off x="914400" y="60167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02</a:t>
            </a:r>
            <a:endParaRPr lang="en-US" sz="525" dirty="0"/>
          </a:p>
        </p:txBody>
      </p:sp>
      <p:sp>
        <p:nvSpPr>
          <p:cNvPr id="132" name="Text 129"/>
          <p:cNvSpPr/>
          <p:nvPr/>
        </p:nvSpPr>
        <p:spPr>
          <a:xfrm>
            <a:off x="2755392" y="60167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33" name="Text 130"/>
          <p:cNvSpPr/>
          <p:nvPr/>
        </p:nvSpPr>
        <p:spPr>
          <a:xfrm>
            <a:off x="3505200" y="60167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£3,462</a:t>
            </a:r>
            <a:endParaRPr lang="en-US" sz="520" dirty="0"/>
          </a:p>
        </p:txBody>
      </p:sp>
      <p:sp>
        <p:nvSpPr>
          <p:cNvPr id="134" name="Shape 131"/>
          <p:cNvSpPr/>
          <p:nvPr/>
        </p:nvSpPr>
        <p:spPr>
          <a:xfrm>
            <a:off x="384048" y="61904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25196" y="626364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502920" y="62224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350005</a:t>
            </a:r>
            <a:endParaRPr lang="en-US" sz="525" dirty="0"/>
          </a:p>
        </p:txBody>
      </p:sp>
      <p:sp>
        <p:nvSpPr>
          <p:cNvPr id="137" name="Text 134"/>
          <p:cNvSpPr/>
          <p:nvPr/>
        </p:nvSpPr>
        <p:spPr>
          <a:xfrm>
            <a:off x="914400" y="62224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06</a:t>
            </a:r>
            <a:endParaRPr lang="en-US" sz="525" dirty="0"/>
          </a:p>
        </p:txBody>
      </p:sp>
      <p:sp>
        <p:nvSpPr>
          <p:cNvPr id="138" name="Text 135"/>
          <p:cNvSpPr/>
          <p:nvPr/>
        </p:nvSpPr>
        <p:spPr>
          <a:xfrm>
            <a:off x="2755392" y="62224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39" name="Text 136"/>
          <p:cNvSpPr/>
          <p:nvPr/>
        </p:nvSpPr>
        <p:spPr>
          <a:xfrm>
            <a:off x="3505200" y="62224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£3,310</a:t>
            </a:r>
            <a:endParaRPr lang="en-US" sz="520" dirty="0"/>
          </a:p>
        </p:txBody>
      </p:sp>
      <p:sp>
        <p:nvSpPr>
          <p:cNvPr id="140" name="Shape 137"/>
          <p:cNvSpPr/>
          <p:nvPr/>
        </p:nvSpPr>
        <p:spPr>
          <a:xfrm>
            <a:off x="4218432" y="1627632"/>
            <a:ext cx="3742944" cy="210312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4273296" y="1677924"/>
            <a:ext cx="3633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 / Status / Pub Comm</a:t>
            </a:r>
            <a:endParaRPr lang="en-US" sz="580" dirty="0"/>
          </a:p>
        </p:txBody>
      </p:sp>
      <p:sp>
        <p:nvSpPr>
          <p:cNvPr id="142" name="Shape 139"/>
          <p:cNvSpPr/>
          <p:nvPr/>
        </p:nvSpPr>
        <p:spPr>
          <a:xfrm>
            <a:off x="4218432" y="18699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259580" y="194310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4337304" y="1901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350009</a:t>
            </a:r>
            <a:endParaRPr lang="en-US" sz="525" dirty="0"/>
          </a:p>
        </p:txBody>
      </p:sp>
      <p:sp>
        <p:nvSpPr>
          <p:cNvPr id="145" name="Text 142"/>
          <p:cNvSpPr/>
          <p:nvPr/>
        </p:nvSpPr>
        <p:spPr>
          <a:xfrm>
            <a:off x="4748784" y="19019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10</a:t>
            </a:r>
            <a:endParaRPr lang="en-US" sz="525" dirty="0"/>
          </a:p>
        </p:txBody>
      </p:sp>
      <p:sp>
        <p:nvSpPr>
          <p:cNvPr id="146" name="Text 143"/>
          <p:cNvSpPr/>
          <p:nvPr/>
        </p:nvSpPr>
        <p:spPr>
          <a:xfrm>
            <a:off x="6589776" y="1901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47" name="Text 144"/>
          <p:cNvSpPr/>
          <p:nvPr/>
        </p:nvSpPr>
        <p:spPr>
          <a:xfrm>
            <a:off x="7339584" y="19019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£3,158</a:t>
            </a:r>
            <a:endParaRPr lang="en-US" sz="520" dirty="0"/>
          </a:p>
        </p:txBody>
      </p:sp>
      <p:sp>
        <p:nvSpPr>
          <p:cNvPr id="148" name="Shape 145"/>
          <p:cNvSpPr/>
          <p:nvPr/>
        </p:nvSpPr>
        <p:spPr>
          <a:xfrm>
            <a:off x="4218432" y="20756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4259580" y="214884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4337304" y="21076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350013</a:t>
            </a:r>
            <a:endParaRPr lang="en-US" sz="525" dirty="0"/>
          </a:p>
        </p:txBody>
      </p:sp>
      <p:sp>
        <p:nvSpPr>
          <p:cNvPr id="151" name="Text 148"/>
          <p:cNvSpPr/>
          <p:nvPr/>
        </p:nvSpPr>
        <p:spPr>
          <a:xfrm>
            <a:off x="4748784" y="21076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14</a:t>
            </a:r>
            <a:endParaRPr lang="en-US" sz="525" dirty="0"/>
          </a:p>
        </p:txBody>
      </p:sp>
      <p:sp>
        <p:nvSpPr>
          <p:cNvPr id="152" name="Text 149"/>
          <p:cNvSpPr/>
          <p:nvPr/>
        </p:nvSpPr>
        <p:spPr>
          <a:xfrm>
            <a:off x="6589776" y="21076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53" name="Text 150"/>
          <p:cNvSpPr/>
          <p:nvPr/>
        </p:nvSpPr>
        <p:spPr>
          <a:xfrm>
            <a:off x="7339584" y="21076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£3,006</a:t>
            </a:r>
            <a:endParaRPr lang="en-US" sz="520" dirty="0"/>
          </a:p>
        </p:txBody>
      </p:sp>
      <p:sp>
        <p:nvSpPr>
          <p:cNvPr id="154" name="Shape 151"/>
          <p:cNvSpPr/>
          <p:nvPr/>
        </p:nvSpPr>
        <p:spPr>
          <a:xfrm>
            <a:off x="4218432" y="22814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259580" y="235458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4337304" y="23134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350017</a:t>
            </a:r>
            <a:endParaRPr lang="en-US" sz="525" dirty="0"/>
          </a:p>
        </p:txBody>
      </p:sp>
      <p:sp>
        <p:nvSpPr>
          <p:cNvPr id="157" name="Text 154"/>
          <p:cNvSpPr/>
          <p:nvPr/>
        </p:nvSpPr>
        <p:spPr>
          <a:xfrm>
            <a:off x="4748784" y="23134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18</a:t>
            </a:r>
            <a:endParaRPr lang="en-US" sz="525" dirty="0"/>
          </a:p>
        </p:txBody>
      </p:sp>
      <p:sp>
        <p:nvSpPr>
          <p:cNvPr id="158" name="Text 155"/>
          <p:cNvSpPr/>
          <p:nvPr/>
        </p:nvSpPr>
        <p:spPr>
          <a:xfrm>
            <a:off x="6589776" y="23134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59" name="Text 156"/>
          <p:cNvSpPr/>
          <p:nvPr/>
        </p:nvSpPr>
        <p:spPr>
          <a:xfrm>
            <a:off x="7339584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£2,854</a:t>
            </a:r>
            <a:endParaRPr lang="en-US" sz="520" dirty="0"/>
          </a:p>
        </p:txBody>
      </p:sp>
      <p:sp>
        <p:nvSpPr>
          <p:cNvPr id="160" name="Shape 157"/>
          <p:cNvSpPr/>
          <p:nvPr/>
        </p:nvSpPr>
        <p:spPr>
          <a:xfrm>
            <a:off x="4218432" y="24871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4259580" y="256032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4337304" y="25191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350021</a:t>
            </a:r>
            <a:endParaRPr lang="en-US" sz="525" dirty="0"/>
          </a:p>
        </p:txBody>
      </p:sp>
      <p:sp>
        <p:nvSpPr>
          <p:cNvPr id="163" name="Text 160"/>
          <p:cNvSpPr/>
          <p:nvPr/>
        </p:nvSpPr>
        <p:spPr>
          <a:xfrm>
            <a:off x="4748784" y="25191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22</a:t>
            </a:r>
            <a:endParaRPr lang="en-US" sz="525" dirty="0"/>
          </a:p>
        </p:txBody>
      </p:sp>
      <p:sp>
        <p:nvSpPr>
          <p:cNvPr id="164" name="Text 161"/>
          <p:cNvSpPr/>
          <p:nvPr/>
        </p:nvSpPr>
        <p:spPr>
          <a:xfrm>
            <a:off x="6589776" y="25191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65" name="Text 162"/>
          <p:cNvSpPr/>
          <p:nvPr/>
        </p:nvSpPr>
        <p:spPr>
          <a:xfrm>
            <a:off x="7339584" y="25191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£2,702</a:t>
            </a:r>
            <a:endParaRPr lang="en-US" sz="520" dirty="0"/>
          </a:p>
        </p:txBody>
      </p:sp>
      <p:sp>
        <p:nvSpPr>
          <p:cNvPr id="166" name="Shape 163"/>
          <p:cNvSpPr/>
          <p:nvPr/>
        </p:nvSpPr>
        <p:spPr>
          <a:xfrm>
            <a:off x="4218432" y="269290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4259580" y="276606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4337304" y="27249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350025</a:t>
            </a:r>
            <a:endParaRPr lang="en-US" sz="525" dirty="0"/>
          </a:p>
        </p:txBody>
      </p:sp>
      <p:sp>
        <p:nvSpPr>
          <p:cNvPr id="169" name="Text 166"/>
          <p:cNvSpPr/>
          <p:nvPr/>
        </p:nvSpPr>
        <p:spPr>
          <a:xfrm>
            <a:off x="4748784" y="27249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26</a:t>
            </a:r>
            <a:endParaRPr lang="en-US" sz="525" dirty="0"/>
          </a:p>
        </p:txBody>
      </p:sp>
      <p:sp>
        <p:nvSpPr>
          <p:cNvPr id="170" name="Text 167"/>
          <p:cNvSpPr/>
          <p:nvPr/>
        </p:nvSpPr>
        <p:spPr>
          <a:xfrm>
            <a:off x="6589776" y="27249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71" name="Text 168"/>
          <p:cNvSpPr/>
          <p:nvPr/>
        </p:nvSpPr>
        <p:spPr>
          <a:xfrm>
            <a:off x="7339584" y="27249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£2,550</a:t>
            </a:r>
            <a:endParaRPr lang="en-US" sz="520" dirty="0"/>
          </a:p>
        </p:txBody>
      </p:sp>
      <p:sp>
        <p:nvSpPr>
          <p:cNvPr id="172" name="Shape 169"/>
          <p:cNvSpPr/>
          <p:nvPr/>
        </p:nvSpPr>
        <p:spPr>
          <a:xfrm>
            <a:off x="4218432" y="289864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4259580" y="297180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4337304" y="29306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350029</a:t>
            </a:r>
            <a:endParaRPr lang="en-US" sz="525" dirty="0"/>
          </a:p>
        </p:txBody>
      </p:sp>
      <p:sp>
        <p:nvSpPr>
          <p:cNvPr id="175" name="Text 172"/>
          <p:cNvSpPr/>
          <p:nvPr/>
        </p:nvSpPr>
        <p:spPr>
          <a:xfrm>
            <a:off x="4748784" y="29306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30</a:t>
            </a:r>
            <a:endParaRPr lang="en-US" sz="525" dirty="0"/>
          </a:p>
        </p:txBody>
      </p:sp>
      <p:sp>
        <p:nvSpPr>
          <p:cNvPr id="176" name="Text 173"/>
          <p:cNvSpPr/>
          <p:nvPr/>
        </p:nvSpPr>
        <p:spPr>
          <a:xfrm>
            <a:off x="6589776" y="29306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77" name="Text 174"/>
          <p:cNvSpPr/>
          <p:nvPr/>
        </p:nvSpPr>
        <p:spPr>
          <a:xfrm>
            <a:off x="7339584" y="29306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£2,398</a:t>
            </a:r>
            <a:endParaRPr lang="en-US" sz="520" dirty="0"/>
          </a:p>
        </p:txBody>
      </p:sp>
      <p:sp>
        <p:nvSpPr>
          <p:cNvPr id="178" name="Shape 175"/>
          <p:cNvSpPr/>
          <p:nvPr/>
        </p:nvSpPr>
        <p:spPr>
          <a:xfrm>
            <a:off x="4218432" y="310438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4259580" y="317754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4337304" y="31363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350033</a:t>
            </a:r>
            <a:endParaRPr lang="en-US" sz="525" dirty="0"/>
          </a:p>
        </p:txBody>
      </p:sp>
      <p:sp>
        <p:nvSpPr>
          <p:cNvPr id="181" name="Text 178"/>
          <p:cNvSpPr/>
          <p:nvPr/>
        </p:nvSpPr>
        <p:spPr>
          <a:xfrm>
            <a:off x="4748784" y="31363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34</a:t>
            </a:r>
            <a:endParaRPr lang="en-US" sz="525" dirty="0"/>
          </a:p>
        </p:txBody>
      </p:sp>
      <p:sp>
        <p:nvSpPr>
          <p:cNvPr id="182" name="Text 179"/>
          <p:cNvSpPr/>
          <p:nvPr/>
        </p:nvSpPr>
        <p:spPr>
          <a:xfrm>
            <a:off x="6589776" y="3136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83" name="Text 180"/>
          <p:cNvSpPr/>
          <p:nvPr/>
        </p:nvSpPr>
        <p:spPr>
          <a:xfrm>
            <a:off x="7339584" y="31363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£2,246</a:t>
            </a:r>
            <a:endParaRPr lang="en-US" sz="520" dirty="0"/>
          </a:p>
        </p:txBody>
      </p:sp>
      <p:sp>
        <p:nvSpPr>
          <p:cNvPr id="184" name="Shape 181"/>
          <p:cNvSpPr/>
          <p:nvPr/>
        </p:nvSpPr>
        <p:spPr>
          <a:xfrm>
            <a:off x="4218432" y="331012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4259580" y="338328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4337304" y="33421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350037</a:t>
            </a:r>
            <a:endParaRPr lang="en-US" sz="525" dirty="0"/>
          </a:p>
        </p:txBody>
      </p:sp>
      <p:sp>
        <p:nvSpPr>
          <p:cNvPr id="187" name="Text 184"/>
          <p:cNvSpPr/>
          <p:nvPr/>
        </p:nvSpPr>
        <p:spPr>
          <a:xfrm>
            <a:off x="4748784" y="33421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38</a:t>
            </a:r>
            <a:endParaRPr lang="en-US" sz="525" dirty="0"/>
          </a:p>
        </p:txBody>
      </p:sp>
      <p:sp>
        <p:nvSpPr>
          <p:cNvPr id="188" name="Text 185"/>
          <p:cNvSpPr/>
          <p:nvPr/>
        </p:nvSpPr>
        <p:spPr>
          <a:xfrm>
            <a:off x="6589776" y="33421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89" name="Text 186"/>
          <p:cNvSpPr/>
          <p:nvPr/>
        </p:nvSpPr>
        <p:spPr>
          <a:xfrm>
            <a:off x="7339584" y="33421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£2,094</a:t>
            </a:r>
            <a:endParaRPr lang="en-US" sz="520" dirty="0"/>
          </a:p>
        </p:txBody>
      </p:sp>
      <p:sp>
        <p:nvSpPr>
          <p:cNvPr id="190" name="Shape 187"/>
          <p:cNvSpPr/>
          <p:nvPr/>
        </p:nvSpPr>
        <p:spPr>
          <a:xfrm>
            <a:off x="4218432" y="351586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4259580" y="358902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4337304" y="35478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350041</a:t>
            </a:r>
            <a:endParaRPr lang="en-US" sz="525" dirty="0"/>
          </a:p>
        </p:txBody>
      </p:sp>
      <p:sp>
        <p:nvSpPr>
          <p:cNvPr id="193" name="Text 190"/>
          <p:cNvSpPr/>
          <p:nvPr/>
        </p:nvSpPr>
        <p:spPr>
          <a:xfrm>
            <a:off x="4748784" y="35478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42</a:t>
            </a:r>
            <a:endParaRPr lang="en-US" sz="525" dirty="0"/>
          </a:p>
        </p:txBody>
      </p:sp>
      <p:sp>
        <p:nvSpPr>
          <p:cNvPr id="194" name="Text 191"/>
          <p:cNvSpPr/>
          <p:nvPr/>
        </p:nvSpPr>
        <p:spPr>
          <a:xfrm>
            <a:off x="6589776" y="35478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195" name="Text 192"/>
          <p:cNvSpPr/>
          <p:nvPr/>
        </p:nvSpPr>
        <p:spPr>
          <a:xfrm>
            <a:off x="7339584" y="35478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£1,942</a:t>
            </a:r>
            <a:endParaRPr lang="en-US" sz="520" dirty="0"/>
          </a:p>
        </p:txBody>
      </p:sp>
      <p:sp>
        <p:nvSpPr>
          <p:cNvPr id="196" name="Shape 193"/>
          <p:cNvSpPr/>
          <p:nvPr/>
        </p:nvSpPr>
        <p:spPr>
          <a:xfrm>
            <a:off x="4218432" y="372160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4259580" y="379476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4337304" y="37536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350045</a:t>
            </a:r>
            <a:endParaRPr lang="en-US" sz="525" dirty="0"/>
          </a:p>
        </p:txBody>
      </p:sp>
      <p:sp>
        <p:nvSpPr>
          <p:cNvPr id="199" name="Text 196"/>
          <p:cNvSpPr/>
          <p:nvPr/>
        </p:nvSpPr>
        <p:spPr>
          <a:xfrm>
            <a:off x="4748784" y="37536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46</a:t>
            </a:r>
            <a:endParaRPr lang="en-US" sz="525" dirty="0"/>
          </a:p>
        </p:txBody>
      </p:sp>
      <p:sp>
        <p:nvSpPr>
          <p:cNvPr id="200" name="Text 197"/>
          <p:cNvSpPr/>
          <p:nvPr/>
        </p:nvSpPr>
        <p:spPr>
          <a:xfrm>
            <a:off x="6589776" y="37536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01" name="Text 198"/>
          <p:cNvSpPr/>
          <p:nvPr/>
        </p:nvSpPr>
        <p:spPr>
          <a:xfrm>
            <a:off x="7339584" y="37536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£1,790</a:t>
            </a:r>
            <a:endParaRPr lang="en-US" sz="520" dirty="0"/>
          </a:p>
        </p:txBody>
      </p:sp>
      <p:sp>
        <p:nvSpPr>
          <p:cNvPr id="202" name="Shape 199"/>
          <p:cNvSpPr/>
          <p:nvPr/>
        </p:nvSpPr>
        <p:spPr>
          <a:xfrm>
            <a:off x="4218432" y="39273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4259580" y="400050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4337304" y="39593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350049</a:t>
            </a:r>
            <a:endParaRPr lang="en-US" sz="525" dirty="0"/>
          </a:p>
        </p:txBody>
      </p:sp>
      <p:sp>
        <p:nvSpPr>
          <p:cNvPr id="205" name="Text 202"/>
          <p:cNvSpPr/>
          <p:nvPr/>
        </p:nvSpPr>
        <p:spPr>
          <a:xfrm>
            <a:off x="4748784" y="39593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50</a:t>
            </a:r>
            <a:endParaRPr lang="en-US" sz="525" dirty="0"/>
          </a:p>
        </p:txBody>
      </p:sp>
      <p:sp>
        <p:nvSpPr>
          <p:cNvPr id="206" name="Text 203"/>
          <p:cNvSpPr/>
          <p:nvPr/>
        </p:nvSpPr>
        <p:spPr>
          <a:xfrm>
            <a:off x="6589776" y="39593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07" name="Text 204"/>
          <p:cNvSpPr/>
          <p:nvPr/>
        </p:nvSpPr>
        <p:spPr>
          <a:xfrm>
            <a:off x="7339584" y="39593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£1,638</a:t>
            </a:r>
            <a:endParaRPr lang="en-US" sz="520" dirty="0"/>
          </a:p>
        </p:txBody>
      </p:sp>
      <p:sp>
        <p:nvSpPr>
          <p:cNvPr id="208" name="Shape 205"/>
          <p:cNvSpPr/>
          <p:nvPr/>
        </p:nvSpPr>
        <p:spPr>
          <a:xfrm>
            <a:off x="4218432" y="41330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4259580" y="420624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0" name="Text 207"/>
          <p:cNvSpPr/>
          <p:nvPr/>
        </p:nvSpPr>
        <p:spPr>
          <a:xfrm>
            <a:off x="4337304" y="41650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350053</a:t>
            </a:r>
            <a:endParaRPr lang="en-US" sz="525" dirty="0"/>
          </a:p>
        </p:txBody>
      </p:sp>
      <p:sp>
        <p:nvSpPr>
          <p:cNvPr id="211" name="Text 208"/>
          <p:cNvSpPr/>
          <p:nvPr/>
        </p:nvSpPr>
        <p:spPr>
          <a:xfrm>
            <a:off x="4748784" y="41650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54</a:t>
            </a:r>
            <a:endParaRPr lang="en-US" sz="525" dirty="0"/>
          </a:p>
        </p:txBody>
      </p:sp>
      <p:sp>
        <p:nvSpPr>
          <p:cNvPr id="212" name="Text 209"/>
          <p:cNvSpPr/>
          <p:nvPr/>
        </p:nvSpPr>
        <p:spPr>
          <a:xfrm>
            <a:off x="6589776" y="41650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13" name="Text 210"/>
          <p:cNvSpPr/>
          <p:nvPr/>
        </p:nvSpPr>
        <p:spPr>
          <a:xfrm>
            <a:off x="7339584" y="41650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£1,486</a:t>
            </a:r>
            <a:endParaRPr lang="en-US" sz="520" dirty="0"/>
          </a:p>
        </p:txBody>
      </p:sp>
      <p:sp>
        <p:nvSpPr>
          <p:cNvPr id="214" name="Shape 211"/>
          <p:cNvSpPr/>
          <p:nvPr/>
        </p:nvSpPr>
        <p:spPr>
          <a:xfrm>
            <a:off x="4218432" y="43388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4259580" y="441198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4337304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350057</a:t>
            </a:r>
            <a:endParaRPr lang="en-US" sz="525" dirty="0"/>
          </a:p>
        </p:txBody>
      </p:sp>
      <p:sp>
        <p:nvSpPr>
          <p:cNvPr id="217" name="Text 214"/>
          <p:cNvSpPr/>
          <p:nvPr/>
        </p:nvSpPr>
        <p:spPr>
          <a:xfrm>
            <a:off x="4748784" y="43708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58</a:t>
            </a:r>
            <a:endParaRPr lang="en-US" sz="525" dirty="0"/>
          </a:p>
        </p:txBody>
      </p:sp>
      <p:sp>
        <p:nvSpPr>
          <p:cNvPr id="218" name="Text 215"/>
          <p:cNvSpPr/>
          <p:nvPr/>
        </p:nvSpPr>
        <p:spPr>
          <a:xfrm>
            <a:off x="6589776" y="43708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19" name="Text 216"/>
          <p:cNvSpPr/>
          <p:nvPr/>
        </p:nvSpPr>
        <p:spPr>
          <a:xfrm>
            <a:off x="7339584" y="43708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£1,334</a:t>
            </a:r>
            <a:endParaRPr lang="en-US" sz="520" dirty="0"/>
          </a:p>
        </p:txBody>
      </p:sp>
      <p:sp>
        <p:nvSpPr>
          <p:cNvPr id="220" name="Shape 217"/>
          <p:cNvSpPr/>
          <p:nvPr/>
        </p:nvSpPr>
        <p:spPr>
          <a:xfrm>
            <a:off x="4218432" y="45445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4259580" y="461772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2" name="Text 219"/>
          <p:cNvSpPr/>
          <p:nvPr/>
        </p:nvSpPr>
        <p:spPr>
          <a:xfrm>
            <a:off x="4337304" y="45765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350061</a:t>
            </a:r>
            <a:endParaRPr lang="en-US" sz="525" dirty="0"/>
          </a:p>
        </p:txBody>
      </p:sp>
      <p:sp>
        <p:nvSpPr>
          <p:cNvPr id="223" name="Text 220"/>
          <p:cNvSpPr/>
          <p:nvPr/>
        </p:nvSpPr>
        <p:spPr>
          <a:xfrm>
            <a:off x="4748784" y="45765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62</a:t>
            </a:r>
            <a:endParaRPr lang="en-US" sz="525" dirty="0"/>
          </a:p>
        </p:txBody>
      </p:sp>
      <p:sp>
        <p:nvSpPr>
          <p:cNvPr id="224" name="Text 221"/>
          <p:cNvSpPr/>
          <p:nvPr/>
        </p:nvSpPr>
        <p:spPr>
          <a:xfrm>
            <a:off x="6589776" y="45765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25" name="Text 222"/>
          <p:cNvSpPr/>
          <p:nvPr/>
        </p:nvSpPr>
        <p:spPr>
          <a:xfrm>
            <a:off x="7339584" y="45765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£1,182</a:t>
            </a:r>
            <a:endParaRPr lang="en-US" sz="520" dirty="0"/>
          </a:p>
        </p:txBody>
      </p:sp>
      <p:sp>
        <p:nvSpPr>
          <p:cNvPr id="226" name="Shape 223"/>
          <p:cNvSpPr/>
          <p:nvPr/>
        </p:nvSpPr>
        <p:spPr>
          <a:xfrm>
            <a:off x="4218432" y="475030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4259580" y="482346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4337304" y="47823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350065</a:t>
            </a:r>
            <a:endParaRPr lang="en-US" sz="525" dirty="0"/>
          </a:p>
        </p:txBody>
      </p:sp>
      <p:sp>
        <p:nvSpPr>
          <p:cNvPr id="229" name="Text 226"/>
          <p:cNvSpPr/>
          <p:nvPr/>
        </p:nvSpPr>
        <p:spPr>
          <a:xfrm>
            <a:off x="4748784" y="47823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66</a:t>
            </a:r>
            <a:endParaRPr lang="en-US" sz="525" dirty="0"/>
          </a:p>
        </p:txBody>
      </p:sp>
      <p:sp>
        <p:nvSpPr>
          <p:cNvPr id="230" name="Text 227"/>
          <p:cNvSpPr/>
          <p:nvPr/>
        </p:nvSpPr>
        <p:spPr>
          <a:xfrm>
            <a:off x="6589776" y="47823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31" name="Text 228"/>
          <p:cNvSpPr/>
          <p:nvPr/>
        </p:nvSpPr>
        <p:spPr>
          <a:xfrm>
            <a:off x="7339584" y="47823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£1,030</a:t>
            </a:r>
            <a:endParaRPr lang="en-US" sz="520" dirty="0"/>
          </a:p>
        </p:txBody>
      </p:sp>
      <p:sp>
        <p:nvSpPr>
          <p:cNvPr id="232" name="Shape 229"/>
          <p:cNvSpPr/>
          <p:nvPr/>
        </p:nvSpPr>
        <p:spPr>
          <a:xfrm>
            <a:off x="4218432" y="495604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4259580" y="502920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4337304" y="49880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350069</a:t>
            </a:r>
            <a:endParaRPr lang="en-US" sz="525" dirty="0"/>
          </a:p>
        </p:txBody>
      </p:sp>
      <p:sp>
        <p:nvSpPr>
          <p:cNvPr id="235" name="Text 232"/>
          <p:cNvSpPr/>
          <p:nvPr/>
        </p:nvSpPr>
        <p:spPr>
          <a:xfrm>
            <a:off x="4748784" y="49880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70</a:t>
            </a:r>
            <a:endParaRPr lang="en-US" sz="525" dirty="0"/>
          </a:p>
        </p:txBody>
      </p:sp>
      <p:sp>
        <p:nvSpPr>
          <p:cNvPr id="236" name="Text 233"/>
          <p:cNvSpPr/>
          <p:nvPr/>
        </p:nvSpPr>
        <p:spPr>
          <a:xfrm>
            <a:off x="6589776" y="49880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37" name="Text 234"/>
          <p:cNvSpPr/>
          <p:nvPr/>
        </p:nvSpPr>
        <p:spPr>
          <a:xfrm>
            <a:off x="7339584" y="49880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£878</a:t>
            </a:r>
            <a:endParaRPr lang="en-US" sz="520" dirty="0"/>
          </a:p>
        </p:txBody>
      </p:sp>
      <p:sp>
        <p:nvSpPr>
          <p:cNvPr id="238" name="Shape 235"/>
          <p:cNvSpPr/>
          <p:nvPr/>
        </p:nvSpPr>
        <p:spPr>
          <a:xfrm>
            <a:off x="4218432" y="516178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4259580" y="523494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4337304" y="51937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350073</a:t>
            </a:r>
            <a:endParaRPr lang="en-US" sz="525" dirty="0"/>
          </a:p>
        </p:txBody>
      </p:sp>
      <p:sp>
        <p:nvSpPr>
          <p:cNvPr id="241" name="Text 238"/>
          <p:cNvSpPr/>
          <p:nvPr/>
        </p:nvSpPr>
        <p:spPr>
          <a:xfrm>
            <a:off x="4748784" y="51937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74</a:t>
            </a:r>
            <a:endParaRPr lang="en-US" sz="525" dirty="0"/>
          </a:p>
        </p:txBody>
      </p:sp>
      <p:sp>
        <p:nvSpPr>
          <p:cNvPr id="242" name="Text 239"/>
          <p:cNvSpPr/>
          <p:nvPr/>
        </p:nvSpPr>
        <p:spPr>
          <a:xfrm>
            <a:off x="6589776" y="51937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43" name="Text 240"/>
          <p:cNvSpPr/>
          <p:nvPr/>
        </p:nvSpPr>
        <p:spPr>
          <a:xfrm>
            <a:off x="7339584" y="51937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£726</a:t>
            </a:r>
            <a:endParaRPr lang="en-US" sz="520" dirty="0"/>
          </a:p>
        </p:txBody>
      </p:sp>
      <p:sp>
        <p:nvSpPr>
          <p:cNvPr id="244" name="Shape 241"/>
          <p:cNvSpPr/>
          <p:nvPr/>
        </p:nvSpPr>
        <p:spPr>
          <a:xfrm>
            <a:off x="4218432" y="536752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4259580" y="5440680"/>
            <a:ext cx="54864" cy="54864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6" name="Text 243"/>
          <p:cNvSpPr/>
          <p:nvPr/>
        </p:nvSpPr>
        <p:spPr>
          <a:xfrm>
            <a:off x="4337304" y="53995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350077</a:t>
            </a:r>
            <a:endParaRPr lang="en-US" sz="525" dirty="0"/>
          </a:p>
        </p:txBody>
      </p:sp>
      <p:sp>
        <p:nvSpPr>
          <p:cNvPr id="247" name="Text 244"/>
          <p:cNvSpPr/>
          <p:nvPr/>
        </p:nvSpPr>
        <p:spPr>
          <a:xfrm>
            <a:off x="4748784" y="53995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78</a:t>
            </a:r>
            <a:endParaRPr lang="en-US" sz="525" dirty="0"/>
          </a:p>
        </p:txBody>
      </p:sp>
      <p:sp>
        <p:nvSpPr>
          <p:cNvPr id="248" name="Text 245"/>
          <p:cNvSpPr/>
          <p:nvPr/>
        </p:nvSpPr>
        <p:spPr>
          <a:xfrm>
            <a:off x="6589776" y="53995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515" dirty="0"/>
          </a:p>
        </p:txBody>
      </p:sp>
      <p:sp>
        <p:nvSpPr>
          <p:cNvPr id="249" name="Text 246"/>
          <p:cNvSpPr/>
          <p:nvPr/>
        </p:nvSpPr>
        <p:spPr>
          <a:xfrm>
            <a:off x="7339584" y="53995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£574</a:t>
            </a:r>
            <a:endParaRPr lang="en-US" sz="520" dirty="0"/>
          </a:p>
        </p:txBody>
      </p:sp>
      <p:sp>
        <p:nvSpPr>
          <p:cNvPr id="250" name="Shape 247"/>
          <p:cNvSpPr/>
          <p:nvPr/>
        </p:nvSpPr>
        <p:spPr>
          <a:xfrm>
            <a:off x="4218432" y="557326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4259580" y="564642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4337304" y="56052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350002</a:t>
            </a:r>
            <a:endParaRPr lang="en-US" sz="525" dirty="0"/>
          </a:p>
        </p:txBody>
      </p:sp>
      <p:sp>
        <p:nvSpPr>
          <p:cNvPr id="253" name="Text 250"/>
          <p:cNvSpPr/>
          <p:nvPr/>
        </p:nvSpPr>
        <p:spPr>
          <a:xfrm>
            <a:off x="4748784" y="56052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03</a:t>
            </a:r>
            <a:endParaRPr lang="en-US" sz="525" dirty="0"/>
          </a:p>
        </p:txBody>
      </p:sp>
      <p:sp>
        <p:nvSpPr>
          <p:cNvPr id="254" name="Text 251"/>
          <p:cNvSpPr/>
          <p:nvPr/>
        </p:nvSpPr>
        <p:spPr>
          <a:xfrm>
            <a:off x="6589776" y="56052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55" name="Text 252"/>
          <p:cNvSpPr/>
          <p:nvPr/>
        </p:nvSpPr>
        <p:spPr>
          <a:xfrm>
            <a:off x="7339584" y="56052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£3,424</a:t>
            </a:r>
            <a:endParaRPr lang="en-US" sz="520" dirty="0"/>
          </a:p>
        </p:txBody>
      </p:sp>
      <p:sp>
        <p:nvSpPr>
          <p:cNvPr id="256" name="Shape 253"/>
          <p:cNvSpPr/>
          <p:nvPr/>
        </p:nvSpPr>
        <p:spPr>
          <a:xfrm>
            <a:off x="4218432" y="577900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4259580" y="585216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4337304" y="58110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350006</a:t>
            </a:r>
            <a:endParaRPr lang="en-US" sz="525" dirty="0"/>
          </a:p>
        </p:txBody>
      </p:sp>
      <p:sp>
        <p:nvSpPr>
          <p:cNvPr id="259" name="Text 256"/>
          <p:cNvSpPr/>
          <p:nvPr/>
        </p:nvSpPr>
        <p:spPr>
          <a:xfrm>
            <a:off x="4748784" y="58110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07</a:t>
            </a:r>
            <a:endParaRPr lang="en-US" sz="525" dirty="0"/>
          </a:p>
        </p:txBody>
      </p:sp>
      <p:sp>
        <p:nvSpPr>
          <p:cNvPr id="260" name="Text 257"/>
          <p:cNvSpPr/>
          <p:nvPr/>
        </p:nvSpPr>
        <p:spPr>
          <a:xfrm>
            <a:off x="6589776" y="58110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61" name="Text 258"/>
          <p:cNvSpPr/>
          <p:nvPr/>
        </p:nvSpPr>
        <p:spPr>
          <a:xfrm>
            <a:off x="7339584" y="58110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£3,272</a:t>
            </a:r>
            <a:endParaRPr lang="en-US" sz="520" dirty="0"/>
          </a:p>
        </p:txBody>
      </p:sp>
      <p:sp>
        <p:nvSpPr>
          <p:cNvPr id="262" name="Shape 259"/>
          <p:cNvSpPr/>
          <p:nvPr/>
        </p:nvSpPr>
        <p:spPr>
          <a:xfrm>
            <a:off x="4218432" y="59847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4259580" y="605790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4" name="Text 261"/>
          <p:cNvSpPr/>
          <p:nvPr/>
        </p:nvSpPr>
        <p:spPr>
          <a:xfrm>
            <a:off x="4337304" y="60167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350010</a:t>
            </a:r>
            <a:endParaRPr lang="en-US" sz="525" dirty="0"/>
          </a:p>
        </p:txBody>
      </p:sp>
      <p:sp>
        <p:nvSpPr>
          <p:cNvPr id="265" name="Text 262"/>
          <p:cNvSpPr/>
          <p:nvPr/>
        </p:nvSpPr>
        <p:spPr>
          <a:xfrm>
            <a:off x="4748784" y="60167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11</a:t>
            </a:r>
            <a:endParaRPr lang="en-US" sz="525" dirty="0"/>
          </a:p>
        </p:txBody>
      </p:sp>
      <p:sp>
        <p:nvSpPr>
          <p:cNvPr id="266" name="Text 263"/>
          <p:cNvSpPr/>
          <p:nvPr/>
        </p:nvSpPr>
        <p:spPr>
          <a:xfrm>
            <a:off x="6589776" y="60167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67" name="Text 264"/>
          <p:cNvSpPr/>
          <p:nvPr/>
        </p:nvSpPr>
        <p:spPr>
          <a:xfrm>
            <a:off x="7339584" y="60167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£3,120</a:t>
            </a:r>
            <a:endParaRPr lang="en-US" sz="520" dirty="0"/>
          </a:p>
        </p:txBody>
      </p:sp>
      <p:sp>
        <p:nvSpPr>
          <p:cNvPr id="268" name="Shape 265"/>
          <p:cNvSpPr/>
          <p:nvPr/>
        </p:nvSpPr>
        <p:spPr>
          <a:xfrm>
            <a:off x="4218432" y="61904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4259580" y="626364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0" name="Text 267"/>
          <p:cNvSpPr/>
          <p:nvPr/>
        </p:nvSpPr>
        <p:spPr>
          <a:xfrm>
            <a:off x="4337304" y="62224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350014</a:t>
            </a:r>
            <a:endParaRPr lang="en-US" sz="525" dirty="0"/>
          </a:p>
        </p:txBody>
      </p:sp>
      <p:sp>
        <p:nvSpPr>
          <p:cNvPr id="271" name="Text 268"/>
          <p:cNvSpPr/>
          <p:nvPr/>
        </p:nvSpPr>
        <p:spPr>
          <a:xfrm>
            <a:off x="4748784" y="62224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15</a:t>
            </a:r>
            <a:endParaRPr lang="en-US" sz="525" dirty="0"/>
          </a:p>
        </p:txBody>
      </p:sp>
      <p:sp>
        <p:nvSpPr>
          <p:cNvPr id="272" name="Text 269"/>
          <p:cNvSpPr/>
          <p:nvPr/>
        </p:nvSpPr>
        <p:spPr>
          <a:xfrm>
            <a:off x="6589776" y="62224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73" name="Text 270"/>
          <p:cNvSpPr/>
          <p:nvPr/>
        </p:nvSpPr>
        <p:spPr>
          <a:xfrm>
            <a:off x="7339584" y="62224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£2,968</a:t>
            </a:r>
            <a:endParaRPr lang="en-US" sz="520" dirty="0"/>
          </a:p>
        </p:txBody>
      </p:sp>
      <p:sp>
        <p:nvSpPr>
          <p:cNvPr id="274" name="Shape 271"/>
          <p:cNvSpPr/>
          <p:nvPr/>
        </p:nvSpPr>
        <p:spPr>
          <a:xfrm>
            <a:off x="8052816" y="1627632"/>
            <a:ext cx="3742944" cy="210312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75" name="Text 272"/>
          <p:cNvSpPr/>
          <p:nvPr/>
        </p:nvSpPr>
        <p:spPr>
          <a:xfrm>
            <a:off x="8107680" y="1677924"/>
            <a:ext cx="3633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 / Status / Pub Comm</a:t>
            </a:r>
            <a:endParaRPr lang="en-US" sz="580" dirty="0"/>
          </a:p>
        </p:txBody>
      </p:sp>
      <p:sp>
        <p:nvSpPr>
          <p:cNvPr id="276" name="Shape 273"/>
          <p:cNvSpPr/>
          <p:nvPr/>
        </p:nvSpPr>
        <p:spPr>
          <a:xfrm>
            <a:off x="8052816" y="18699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093964" y="194310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171688" y="1901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350018</a:t>
            </a:r>
            <a:endParaRPr lang="en-US" sz="525" dirty="0"/>
          </a:p>
        </p:txBody>
      </p:sp>
      <p:sp>
        <p:nvSpPr>
          <p:cNvPr id="279" name="Text 276"/>
          <p:cNvSpPr/>
          <p:nvPr/>
        </p:nvSpPr>
        <p:spPr>
          <a:xfrm>
            <a:off x="8583168" y="19019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19</a:t>
            </a:r>
            <a:endParaRPr lang="en-US" sz="525" dirty="0"/>
          </a:p>
        </p:txBody>
      </p:sp>
      <p:sp>
        <p:nvSpPr>
          <p:cNvPr id="280" name="Text 277"/>
          <p:cNvSpPr/>
          <p:nvPr/>
        </p:nvSpPr>
        <p:spPr>
          <a:xfrm>
            <a:off x="10424160" y="1901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81" name="Text 278"/>
          <p:cNvSpPr/>
          <p:nvPr/>
        </p:nvSpPr>
        <p:spPr>
          <a:xfrm>
            <a:off x="11173968" y="19019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£2,816</a:t>
            </a:r>
            <a:endParaRPr lang="en-US" sz="520" dirty="0"/>
          </a:p>
        </p:txBody>
      </p:sp>
      <p:sp>
        <p:nvSpPr>
          <p:cNvPr id="282" name="Shape 279"/>
          <p:cNvSpPr/>
          <p:nvPr/>
        </p:nvSpPr>
        <p:spPr>
          <a:xfrm>
            <a:off x="8052816" y="20756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8093964" y="214884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8171688" y="21076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350022</a:t>
            </a:r>
            <a:endParaRPr lang="en-US" sz="525" dirty="0"/>
          </a:p>
        </p:txBody>
      </p:sp>
      <p:sp>
        <p:nvSpPr>
          <p:cNvPr id="285" name="Text 282"/>
          <p:cNvSpPr/>
          <p:nvPr/>
        </p:nvSpPr>
        <p:spPr>
          <a:xfrm>
            <a:off x="8583168" y="21076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23</a:t>
            </a:r>
            <a:endParaRPr lang="en-US" sz="525" dirty="0"/>
          </a:p>
        </p:txBody>
      </p:sp>
      <p:sp>
        <p:nvSpPr>
          <p:cNvPr id="286" name="Text 283"/>
          <p:cNvSpPr/>
          <p:nvPr/>
        </p:nvSpPr>
        <p:spPr>
          <a:xfrm>
            <a:off x="10424160" y="21076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87" name="Text 284"/>
          <p:cNvSpPr/>
          <p:nvPr/>
        </p:nvSpPr>
        <p:spPr>
          <a:xfrm>
            <a:off x="11173968" y="21076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£2,664</a:t>
            </a:r>
            <a:endParaRPr lang="en-US" sz="520" dirty="0"/>
          </a:p>
        </p:txBody>
      </p:sp>
      <p:sp>
        <p:nvSpPr>
          <p:cNvPr id="288" name="Shape 285"/>
          <p:cNvSpPr/>
          <p:nvPr/>
        </p:nvSpPr>
        <p:spPr>
          <a:xfrm>
            <a:off x="8052816" y="22814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8093964" y="235458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0" name="Text 287"/>
          <p:cNvSpPr/>
          <p:nvPr/>
        </p:nvSpPr>
        <p:spPr>
          <a:xfrm>
            <a:off x="8171688" y="23134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350026</a:t>
            </a:r>
            <a:endParaRPr lang="en-US" sz="525" dirty="0"/>
          </a:p>
        </p:txBody>
      </p:sp>
      <p:sp>
        <p:nvSpPr>
          <p:cNvPr id="291" name="Text 288"/>
          <p:cNvSpPr/>
          <p:nvPr/>
        </p:nvSpPr>
        <p:spPr>
          <a:xfrm>
            <a:off x="8583168" y="23134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27</a:t>
            </a:r>
            <a:endParaRPr lang="en-US" sz="525" dirty="0"/>
          </a:p>
        </p:txBody>
      </p:sp>
      <p:sp>
        <p:nvSpPr>
          <p:cNvPr id="292" name="Text 289"/>
          <p:cNvSpPr/>
          <p:nvPr/>
        </p:nvSpPr>
        <p:spPr>
          <a:xfrm>
            <a:off x="10424160" y="23134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93" name="Text 290"/>
          <p:cNvSpPr/>
          <p:nvPr/>
        </p:nvSpPr>
        <p:spPr>
          <a:xfrm>
            <a:off x="11173968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£2,512</a:t>
            </a:r>
            <a:endParaRPr lang="en-US" sz="520" dirty="0"/>
          </a:p>
        </p:txBody>
      </p:sp>
      <p:sp>
        <p:nvSpPr>
          <p:cNvPr id="294" name="Shape 291"/>
          <p:cNvSpPr/>
          <p:nvPr/>
        </p:nvSpPr>
        <p:spPr>
          <a:xfrm>
            <a:off x="8052816" y="24871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8093964" y="256032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6" name="Text 293"/>
          <p:cNvSpPr/>
          <p:nvPr/>
        </p:nvSpPr>
        <p:spPr>
          <a:xfrm>
            <a:off x="8171688" y="25191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350030</a:t>
            </a:r>
            <a:endParaRPr lang="en-US" sz="525" dirty="0"/>
          </a:p>
        </p:txBody>
      </p:sp>
      <p:sp>
        <p:nvSpPr>
          <p:cNvPr id="297" name="Text 294"/>
          <p:cNvSpPr/>
          <p:nvPr/>
        </p:nvSpPr>
        <p:spPr>
          <a:xfrm>
            <a:off x="8583168" y="25191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31</a:t>
            </a:r>
            <a:endParaRPr lang="en-US" sz="525" dirty="0"/>
          </a:p>
        </p:txBody>
      </p:sp>
      <p:sp>
        <p:nvSpPr>
          <p:cNvPr id="298" name="Text 295"/>
          <p:cNvSpPr/>
          <p:nvPr/>
        </p:nvSpPr>
        <p:spPr>
          <a:xfrm>
            <a:off x="10424160" y="25191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299" name="Text 296"/>
          <p:cNvSpPr/>
          <p:nvPr/>
        </p:nvSpPr>
        <p:spPr>
          <a:xfrm>
            <a:off x="11173968" y="25191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£2,360</a:t>
            </a:r>
            <a:endParaRPr lang="en-US" sz="520" dirty="0"/>
          </a:p>
        </p:txBody>
      </p:sp>
      <p:sp>
        <p:nvSpPr>
          <p:cNvPr id="300" name="Shape 297"/>
          <p:cNvSpPr/>
          <p:nvPr/>
        </p:nvSpPr>
        <p:spPr>
          <a:xfrm>
            <a:off x="8052816" y="269290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8093964" y="276606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2" name="Text 299"/>
          <p:cNvSpPr/>
          <p:nvPr/>
        </p:nvSpPr>
        <p:spPr>
          <a:xfrm>
            <a:off x="8171688" y="27249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350034</a:t>
            </a:r>
            <a:endParaRPr lang="en-US" sz="525" dirty="0"/>
          </a:p>
        </p:txBody>
      </p:sp>
      <p:sp>
        <p:nvSpPr>
          <p:cNvPr id="303" name="Text 300"/>
          <p:cNvSpPr/>
          <p:nvPr/>
        </p:nvSpPr>
        <p:spPr>
          <a:xfrm>
            <a:off x="8583168" y="27249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35</a:t>
            </a:r>
            <a:endParaRPr lang="en-US" sz="525" dirty="0"/>
          </a:p>
        </p:txBody>
      </p:sp>
      <p:sp>
        <p:nvSpPr>
          <p:cNvPr id="304" name="Text 301"/>
          <p:cNvSpPr/>
          <p:nvPr/>
        </p:nvSpPr>
        <p:spPr>
          <a:xfrm>
            <a:off x="10424160" y="27249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05" name="Text 302"/>
          <p:cNvSpPr/>
          <p:nvPr/>
        </p:nvSpPr>
        <p:spPr>
          <a:xfrm>
            <a:off x="11173968" y="27249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£2,208</a:t>
            </a:r>
            <a:endParaRPr lang="en-US" sz="520" dirty="0"/>
          </a:p>
        </p:txBody>
      </p:sp>
      <p:sp>
        <p:nvSpPr>
          <p:cNvPr id="306" name="Shape 303"/>
          <p:cNvSpPr/>
          <p:nvPr/>
        </p:nvSpPr>
        <p:spPr>
          <a:xfrm>
            <a:off x="8052816" y="289864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093964" y="297180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171688" y="29306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350038</a:t>
            </a:r>
            <a:endParaRPr lang="en-US" sz="525" dirty="0"/>
          </a:p>
        </p:txBody>
      </p:sp>
      <p:sp>
        <p:nvSpPr>
          <p:cNvPr id="309" name="Text 306"/>
          <p:cNvSpPr/>
          <p:nvPr/>
        </p:nvSpPr>
        <p:spPr>
          <a:xfrm>
            <a:off x="8583168" y="29306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39</a:t>
            </a:r>
            <a:endParaRPr lang="en-US" sz="525" dirty="0"/>
          </a:p>
        </p:txBody>
      </p:sp>
      <p:sp>
        <p:nvSpPr>
          <p:cNvPr id="310" name="Text 307"/>
          <p:cNvSpPr/>
          <p:nvPr/>
        </p:nvSpPr>
        <p:spPr>
          <a:xfrm>
            <a:off x="10424160" y="29306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11" name="Text 308"/>
          <p:cNvSpPr/>
          <p:nvPr/>
        </p:nvSpPr>
        <p:spPr>
          <a:xfrm>
            <a:off x="11173968" y="29306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£2,056</a:t>
            </a:r>
            <a:endParaRPr lang="en-US" sz="520" dirty="0"/>
          </a:p>
        </p:txBody>
      </p:sp>
      <p:sp>
        <p:nvSpPr>
          <p:cNvPr id="312" name="Shape 309"/>
          <p:cNvSpPr/>
          <p:nvPr/>
        </p:nvSpPr>
        <p:spPr>
          <a:xfrm>
            <a:off x="8052816" y="310438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8093964" y="317754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14" name="Text 311"/>
          <p:cNvSpPr/>
          <p:nvPr/>
        </p:nvSpPr>
        <p:spPr>
          <a:xfrm>
            <a:off x="8171688" y="31363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350042</a:t>
            </a:r>
            <a:endParaRPr lang="en-US" sz="525" dirty="0"/>
          </a:p>
        </p:txBody>
      </p:sp>
      <p:sp>
        <p:nvSpPr>
          <p:cNvPr id="315" name="Text 312"/>
          <p:cNvSpPr/>
          <p:nvPr/>
        </p:nvSpPr>
        <p:spPr>
          <a:xfrm>
            <a:off x="8583168" y="31363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43</a:t>
            </a:r>
            <a:endParaRPr lang="en-US" sz="525" dirty="0"/>
          </a:p>
        </p:txBody>
      </p:sp>
      <p:sp>
        <p:nvSpPr>
          <p:cNvPr id="316" name="Text 313"/>
          <p:cNvSpPr/>
          <p:nvPr/>
        </p:nvSpPr>
        <p:spPr>
          <a:xfrm>
            <a:off x="10424160" y="3136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17" name="Text 314"/>
          <p:cNvSpPr/>
          <p:nvPr/>
        </p:nvSpPr>
        <p:spPr>
          <a:xfrm>
            <a:off x="11173968" y="31363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£1,904</a:t>
            </a:r>
            <a:endParaRPr lang="en-US" sz="520" dirty="0"/>
          </a:p>
        </p:txBody>
      </p:sp>
      <p:sp>
        <p:nvSpPr>
          <p:cNvPr id="318" name="Shape 315"/>
          <p:cNvSpPr/>
          <p:nvPr/>
        </p:nvSpPr>
        <p:spPr>
          <a:xfrm>
            <a:off x="8052816" y="331012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8093964" y="338328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0" name="Text 317"/>
          <p:cNvSpPr/>
          <p:nvPr/>
        </p:nvSpPr>
        <p:spPr>
          <a:xfrm>
            <a:off x="8171688" y="33421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350046</a:t>
            </a:r>
            <a:endParaRPr lang="en-US" sz="525" dirty="0"/>
          </a:p>
        </p:txBody>
      </p:sp>
      <p:sp>
        <p:nvSpPr>
          <p:cNvPr id="321" name="Text 318"/>
          <p:cNvSpPr/>
          <p:nvPr/>
        </p:nvSpPr>
        <p:spPr>
          <a:xfrm>
            <a:off x="8583168" y="33421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47</a:t>
            </a:r>
            <a:endParaRPr lang="en-US" sz="525" dirty="0"/>
          </a:p>
        </p:txBody>
      </p:sp>
      <p:sp>
        <p:nvSpPr>
          <p:cNvPr id="322" name="Text 319"/>
          <p:cNvSpPr/>
          <p:nvPr/>
        </p:nvSpPr>
        <p:spPr>
          <a:xfrm>
            <a:off x="10424160" y="33421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23" name="Text 320"/>
          <p:cNvSpPr/>
          <p:nvPr/>
        </p:nvSpPr>
        <p:spPr>
          <a:xfrm>
            <a:off x="11173968" y="33421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£1,752</a:t>
            </a:r>
            <a:endParaRPr lang="en-US" sz="520" dirty="0"/>
          </a:p>
        </p:txBody>
      </p:sp>
      <p:sp>
        <p:nvSpPr>
          <p:cNvPr id="324" name="Shape 321"/>
          <p:cNvSpPr/>
          <p:nvPr/>
        </p:nvSpPr>
        <p:spPr>
          <a:xfrm>
            <a:off x="8052816" y="351586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8093964" y="358902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6" name="Text 323"/>
          <p:cNvSpPr/>
          <p:nvPr/>
        </p:nvSpPr>
        <p:spPr>
          <a:xfrm>
            <a:off x="8171688" y="35478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350050</a:t>
            </a:r>
            <a:endParaRPr lang="en-US" sz="525" dirty="0"/>
          </a:p>
        </p:txBody>
      </p:sp>
      <p:sp>
        <p:nvSpPr>
          <p:cNvPr id="327" name="Text 324"/>
          <p:cNvSpPr/>
          <p:nvPr/>
        </p:nvSpPr>
        <p:spPr>
          <a:xfrm>
            <a:off x="8583168" y="35478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51</a:t>
            </a:r>
            <a:endParaRPr lang="en-US" sz="525" dirty="0"/>
          </a:p>
        </p:txBody>
      </p:sp>
      <p:sp>
        <p:nvSpPr>
          <p:cNvPr id="328" name="Text 325"/>
          <p:cNvSpPr/>
          <p:nvPr/>
        </p:nvSpPr>
        <p:spPr>
          <a:xfrm>
            <a:off x="10424160" y="35478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29" name="Text 326"/>
          <p:cNvSpPr/>
          <p:nvPr/>
        </p:nvSpPr>
        <p:spPr>
          <a:xfrm>
            <a:off x="11173968" y="35478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£1,600</a:t>
            </a:r>
            <a:endParaRPr lang="en-US" sz="520" dirty="0"/>
          </a:p>
        </p:txBody>
      </p:sp>
      <p:sp>
        <p:nvSpPr>
          <p:cNvPr id="330" name="Shape 327"/>
          <p:cNvSpPr/>
          <p:nvPr/>
        </p:nvSpPr>
        <p:spPr>
          <a:xfrm>
            <a:off x="8052816" y="372160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8093964" y="379476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32" name="Text 329"/>
          <p:cNvSpPr/>
          <p:nvPr/>
        </p:nvSpPr>
        <p:spPr>
          <a:xfrm>
            <a:off x="8171688" y="37536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350054</a:t>
            </a:r>
            <a:endParaRPr lang="en-US" sz="525" dirty="0"/>
          </a:p>
        </p:txBody>
      </p:sp>
      <p:sp>
        <p:nvSpPr>
          <p:cNvPr id="333" name="Text 330"/>
          <p:cNvSpPr/>
          <p:nvPr/>
        </p:nvSpPr>
        <p:spPr>
          <a:xfrm>
            <a:off x="8583168" y="37536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55</a:t>
            </a:r>
            <a:endParaRPr lang="en-US" sz="525" dirty="0"/>
          </a:p>
        </p:txBody>
      </p:sp>
      <p:sp>
        <p:nvSpPr>
          <p:cNvPr id="334" name="Text 331"/>
          <p:cNvSpPr/>
          <p:nvPr/>
        </p:nvSpPr>
        <p:spPr>
          <a:xfrm>
            <a:off x="10424160" y="37536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35" name="Text 332"/>
          <p:cNvSpPr/>
          <p:nvPr/>
        </p:nvSpPr>
        <p:spPr>
          <a:xfrm>
            <a:off x="11173968" y="37536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£1,448</a:t>
            </a:r>
            <a:endParaRPr lang="en-US" sz="520" dirty="0"/>
          </a:p>
        </p:txBody>
      </p:sp>
      <p:sp>
        <p:nvSpPr>
          <p:cNvPr id="336" name="Shape 333"/>
          <p:cNvSpPr/>
          <p:nvPr/>
        </p:nvSpPr>
        <p:spPr>
          <a:xfrm>
            <a:off x="8052816" y="39273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8093964" y="400050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38" name="Text 335"/>
          <p:cNvSpPr/>
          <p:nvPr/>
        </p:nvSpPr>
        <p:spPr>
          <a:xfrm>
            <a:off x="8171688" y="39593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350058</a:t>
            </a:r>
            <a:endParaRPr lang="en-US" sz="525" dirty="0"/>
          </a:p>
        </p:txBody>
      </p:sp>
      <p:sp>
        <p:nvSpPr>
          <p:cNvPr id="339" name="Text 336"/>
          <p:cNvSpPr/>
          <p:nvPr/>
        </p:nvSpPr>
        <p:spPr>
          <a:xfrm>
            <a:off x="8583168" y="39593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59</a:t>
            </a:r>
            <a:endParaRPr lang="en-US" sz="525" dirty="0"/>
          </a:p>
        </p:txBody>
      </p:sp>
      <p:sp>
        <p:nvSpPr>
          <p:cNvPr id="340" name="Text 337"/>
          <p:cNvSpPr/>
          <p:nvPr/>
        </p:nvSpPr>
        <p:spPr>
          <a:xfrm>
            <a:off x="10424160" y="39593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41" name="Text 338"/>
          <p:cNvSpPr/>
          <p:nvPr/>
        </p:nvSpPr>
        <p:spPr>
          <a:xfrm>
            <a:off x="11173968" y="39593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£1,296</a:t>
            </a:r>
            <a:endParaRPr lang="en-US" sz="520" dirty="0"/>
          </a:p>
        </p:txBody>
      </p:sp>
      <p:sp>
        <p:nvSpPr>
          <p:cNvPr id="342" name="Shape 339"/>
          <p:cNvSpPr/>
          <p:nvPr/>
        </p:nvSpPr>
        <p:spPr>
          <a:xfrm>
            <a:off x="8052816" y="41330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8093964" y="420624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44" name="Text 341"/>
          <p:cNvSpPr/>
          <p:nvPr/>
        </p:nvSpPr>
        <p:spPr>
          <a:xfrm>
            <a:off x="8171688" y="41650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350062</a:t>
            </a:r>
            <a:endParaRPr lang="en-US" sz="525" dirty="0"/>
          </a:p>
        </p:txBody>
      </p:sp>
      <p:sp>
        <p:nvSpPr>
          <p:cNvPr id="345" name="Text 342"/>
          <p:cNvSpPr/>
          <p:nvPr/>
        </p:nvSpPr>
        <p:spPr>
          <a:xfrm>
            <a:off x="8583168" y="41650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63</a:t>
            </a:r>
            <a:endParaRPr lang="en-US" sz="525" dirty="0"/>
          </a:p>
        </p:txBody>
      </p:sp>
      <p:sp>
        <p:nvSpPr>
          <p:cNvPr id="346" name="Text 343"/>
          <p:cNvSpPr/>
          <p:nvPr/>
        </p:nvSpPr>
        <p:spPr>
          <a:xfrm>
            <a:off x="10424160" y="41650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47" name="Text 344"/>
          <p:cNvSpPr/>
          <p:nvPr/>
        </p:nvSpPr>
        <p:spPr>
          <a:xfrm>
            <a:off x="11173968" y="41650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£1,144</a:t>
            </a:r>
            <a:endParaRPr lang="en-US" sz="520" dirty="0"/>
          </a:p>
        </p:txBody>
      </p:sp>
      <p:sp>
        <p:nvSpPr>
          <p:cNvPr id="348" name="Shape 345"/>
          <p:cNvSpPr/>
          <p:nvPr/>
        </p:nvSpPr>
        <p:spPr>
          <a:xfrm>
            <a:off x="8052816" y="43388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8093964" y="441198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50" name="Text 347"/>
          <p:cNvSpPr/>
          <p:nvPr/>
        </p:nvSpPr>
        <p:spPr>
          <a:xfrm>
            <a:off x="8171688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350066</a:t>
            </a:r>
            <a:endParaRPr lang="en-US" sz="525" dirty="0"/>
          </a:p>
        </p:txBody>
      </p:sp>
      <p:sp>
        <p:nvSpPr>
          <p:cNvPr id="351" name="Text 348"/>
          <p:cNvSpPr/>
          <p:nvPr/>
        </p:nvSpPr>
        <p:spPr>
          <a:xfrm>
            <a:off x="8583168" y="43708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67</a:t>
            </a:r>
            <a:endParaRPr lang="en-US" sz="525" dirty="0"/>
          </a:p>
        </p:txBody>
      </p:sp>
      <p:sp>
        <p:nvSpPr>
          <p:cNvPr id="352" name="Text 349"/>
          <p:cNvSpPr/>
          <p:nvPr/>
        </p:nvSpPr>
        <p:spPr>
          <a:xfrm>
            <a:off x="10424160" y="43708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53" name="Text 350"/>
          <p:cNvSpPr/>
          <p:nvPr/>
        </p:nvSpPr>
        <p:spPr>
          <a:xfrm>
            <a:off x="11173968" y="43708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£992</a:t>
            </a:r>
            <a:endParaRPr lang="en-US" sz="520" dirty="0"/>
          </a:p>
        </p:txBody>
      </p:sp>
      <p:sp>
        <p:nvSpPr>
          <p:cNvPr id="354" name="Shape 351"/>
          <p:cNvSpPr/>
          <p:nvPr/>
        </p:nvSpPr>
        <p:spPr>
          <a:xfrm>
            <a:off x="8052816" y="45445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8093964" y="461772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56" name="Text 353"/>
          <p:cNvSpPr/>
          <p:nvPr/>
        </p:nvSpPr>
        <p:spPr>
          <a:xfrm>
            <a:off x="8171688" y="45765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350070</a:t>
            </a:r>
            <a:endParaRPr lang="en-US" sz="525" dirty="0"/>
          </a:p>
        </p:txBody>
      </p:sp>
      <p:sp>
        <p:nvSpPr>
          <p:cNvPr id="357" name="Text 354"/>
          <p:cNvSpPr/>
          <p:nvPr/>
        </p:nvSpPr>
        <p:spPr>
          <a:xfrm>
            <a:off x="8583168" y="45765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71</a:t>
            </a:r>
            <a:endParaRPr lang="en-US" sz="525" dirty="0"/>
          </a:p>
        </p:txBody>
      </p:sp>
      <p:sp>
        <p:nvSpPr>
          <p:cNvPr id="358" name="Text 355"/>
          <p:cNvSpPr/>
          <p:nvPr/>
        </p:nvSpPr>
        <p:spPr>
          <a:xfrm>
            <a:off x="10424160" y="45765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59" name="Text 356"/>
          <p:cNvSpPr/>
          <p:nvPr/>
        </p:nvSpPr>
        <p:spPr>
          <a:xfrm>
            <a:off x="11173968" y="45765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£840</a:t>
            </a:r>
            <a:endParaRPr lang="en-US" sz="520" dirty="0"/>
          </a:p>
        </p:txBody>
      </p:sp>
      <p:sp>
        <p:nvSpPr>
          <p:cNvPr id="360" name="Shape 357"/>
          <p:cNvSpPr/>
          <p:nvPr/>
        </p:nvSpPr>
        <p:spPr>
          <a:xfrm>
            <a:off x="8052816" y="475030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8093964" y="482346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62" name="Text 359"/>
          <p:cNvSpPr/>
          <p:nvPr/>
        </p:nvSpPr>
        <p:spPr>
          <a:xfrm>
            <a:off x="8171688" y="47823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350074</a:t>
            </a:r>
            <a:endParaRPr lang="en-US" sz="525" dirty="0"/>
          </a:p>
        </p:txBody>
      </p:sp>
      <p:sp>
        <p:nvSpPr>
          <p:cNvPr id="363" name="Text 360"/>
          <p:cNvSpPr/>
          <p:nvPr/>
        </p:nvSpPr>
        <p:spPr>
          <a:xfrm>
            <a:off x="8583168" y="47823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75</a:t>
            </a:r>
            <a:endParaRPr lang="en-US" sz="525" dirty="0"/>
          </a:p>
        </p:txBody>
      </p:sp>
      <p:sp>
        <p:nvSpPr>
          <p:cNvPr id="364" name="Text 361"/>
          <p:cNvSpPr/>
          <p:nvPr/>
        </p:nvSpPr>
        <p:spPr>
          <a:xfrm>
            <a:off x="10424160" y="47823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65" name="Text 362"/>
          <p:cNvSpPr/>
          <p:nvPr/>
        </p:nvSpPr>
        <p:spPr>
          <a:xfrm>
            <a:off x="11173968" y="47823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£688</a:t>
            </a:r>
            <a:endParaRPr lang="en-US" sz="520" dirty="0"/>
          </a:p>
        </p:txBody>
      </p:sp>
      <p:sp>
        <p:nvSpPr>
          <p:cNvPr id="366" name="Shape 363"/>
          <p:cNvSpPr/>
          <p:nvPr/>
        </p:nvSpPr>
        <p:spPr>
          <a:xfrm>
            <a:off x="8052816" y="495604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8093964" y="5029200"/>
            <a:ext cx="54864" cy="54864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68" name="Text 365"/>
          <p:cNvSpPr/>
          <p:nvPr/>
        </p:nvSpPr>
        <p:spPr>
          <a:xfrm>
            <a:off x="8171688" y="49880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350078</a:t>
            </a:r>
            <a:endParaRPr lang="en-US" sz="525" dirty="0"/>
          </a:p>
        </p:txBody>
      </p:sp>
      <p:sp>
        <p:nvSpPr>
          <p:cNvPr id="369" name="Text 366"/>
          <p:cNvSpPr/>
          <p:nvPr/>
        </p:nvSpPr>
        <p:spPr>
          <a:xfrm>
            <a:off x="8583168" y="49880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79</a:t>
            </a:r>
            <a:endParaRPr lang="en-US" sz="525" dirty="0"/>
          </a:p>
        </p:txBody>
      </p:sp>
      <p:sp>
        <p:nvSpPr>
          <p:cNvPr id="370" name="Text 367"/>
          <p:cNvSpPr/>
          <p:nvPr/>
        </p:nvSpPr>
        <p:spPr>
          <a:xfrm>
            <a:off x="10424160" y="49880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515" dirty="0"/>
          </a:p>
        </p:txBody>
      </p:sp>
      <p:sp>
        <p:nvSpPr>
          <p:cNvPr id="371" name="Text 368"/>
          <p:cNvSpPr/>
          <p:nvPr/>
        </p:nvSpPr>
        <p:spPr>
          <a:xfrm>
            <a:off x="11173968" y="49880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£536</a:t>
            </a:r>
            <a:endParaRPr lang="en-US" sz="520" dirty="0"/>
          </a:p>
        </p:txBody>
      </p:sp>
      <p:sp>
        <p:nvSpPr>
          <p:cNvPr id="372" name="Shape 369"/>
          <p:cNvSpPr/>
          <p:nvPr/>
        </p:nvSpPr>
        <p:spPr>
          <a:xfrm>
            <a:off x="8052816" y="516178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8093964" y="523494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374" name="Text 371"/>
          <p:cNvSpPr/>
          <p:nvPr/>
        </p:nvSpPr>
        <p:spPr>
          <a:xfrm>
            <a:off x="8171688" y="51937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350003</a:t>
            </a:r>
            <a:endParaRPr lang="en-US" sz="525" dirty="0"/>
          </a:p>
        </p:txBody>
      </p:sp>
      <p:sp>
        <p:nvSpPr>
          <p:cNvPr id="375" name="Text 372"/>
          <p:cNvSpPr/>
          <p:nvPr/>
        </p:nvSpPr>
        <p:spPr>
          <a:xfrm>
            <a:off x="8583168" y="51937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04</a:t>
            </a:r>
            <a:endParaRPr lang="en-US" sz="525" dirty="0"/>
          </a:p>
        </p:txBody>
      </p:sp>
      <p:sp>
        <p:nvSpPr>
          <p:cNvPr id="376" name="Text 373"/>
          <p:cNvSpPr/>
          <p:nvPr/>
        </p:nvSpPr>
        <p:spPr>
          <a:xfrm>
            <a:off x="10424160" y="51937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377" name="Text 374"/>
          <p:cNvSpPr/>
          <p:nvPr/>
        </p:nvSpPr>
        <p:spPr>
          <a:xfrm>
            <a:off x="11173968" y="51937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£3,386</a:t>
            </a:r>
            <a:endParaRPr lang="en-US" sz="520" dirty="0"/>
          </a:p>
        </p:txBody>
      </p:sp>
      <p:sp>
        <p:nvSpPr>
          <p:cNvPr id="378" name="Shape 375"/>
          <p:cNvSpPr/>
          <p:nvPr/>
        </p:nvSpPr>
        <p:spPr>
          <a:xfrm>
            <a:off x="8052816" y="536752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8093964" y="544068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8171688" y="53995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350007</a:t>
            </a:r>
            <a:endParaRPr lang="en-US" sz="525" dirty="0"/>
          </a:p>
        </p:txBody>
      </p:sp>
      <p:sp>
        <p:nvSpPr>
          <p:cNvPr id="381" name="Text 378"/>
          <p:cNvSpPr/>
          <p:nvPr/>
        </p:nvSpPr>
        <p:spPr>
          <a:xfrm>
            <a:off x="8583168" y="53995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08</a:t>
            </a:r>
            <a:endParaRPr lang="en-US" sz="525" dirty="0"/>
          </a:p>
        </p:txBody>
      </p:sp>
      <p:sp>
        <p:nvSpPr>
          <p:cNvPr id="382" name="Text 379"/>
          <p:cNvSpPr/>
          <p:nvPr/>
        </p:nvSpPr>
        <p:spPr>
          <a:xfrm>
            <a:off x="10424160" y="53995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383" name="Text 380"/>
          <p:cNvSpPr/>
          <p:nvPr/>
        </p:nvSpPr>
        <p:spPr>
          <a:xfrm>
            <a:off x="11173968" y="53995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£3,234</a:t>
            </a:r>
            <a:endParaRPr lang="en-US" sz="520" dirty="0"/>
          </a:p>
        </p:txBody>
      </p:sp>
      <p:sp>
        <p:nvSpPr>
          <p:cNvPr id="384" name="Shape 381"/>
          <p:cNvSpPr/>
          <p:nvPr/>
        </p:nvSpPr>
        <p:spPr>
          <a:xfrm>
            <a:off x="8052816" y="557326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85" name="Shape 382"/>
          <p:cNvSpPr/>
          <p:nvPr/>
        </p:nvSpPr>
        <p:spPr>
          <a:xfrm>
            <a:off x="8093964" y="564642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386" name="Text 383"/>
          <p:cNvSpPr/>
          <p:nvPr/>
        </p:nvSpPr>
        <p:spPr>
          <a:xfrm>
            <a:off x="8171688" y="56052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350011</a:t>
            </a:r>
            <a:endParaRPr lang="en-US" sz="525" dirty="0"/>
          </a:p>
        </p:txBody>
      </p:sp>
      <p:sp>
        <p:nvSpPr>
          <p:cNvPr id="387" name="Text 384"/>
          <p:cNvSpPr/>
          <p:nvPr/>
        </p:nvSpPr>
        <p:spPr>
          <a:xfrm>
            <a:off x="8583168" y="56052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12</a:t>
            </a:r>
            <a:endParaRPr lang="en-US" sz="525" dirty="0"/>
          </a:p>
        </p:txBody>
      </p:sp>
      <p:sp>
        <p:nvSpPr>
          <p:cNvPr id="388" name="Text 385"/>
          <p:cNvSpPr/>
          <p:nvPr/>
        </p:nvSpPr>
        <p:spPr>
          <a:xfrm>
            <a:off x="10424160" y="56052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389" name="Text 386"/>
          <p:cNvSpPr/>
          <p:nvPr/>
        </p:nvSpPr>
        <p:spPr>
          <a:xfrm>
            <a:off x="11173968" y="56052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£3,082</a:t>
            </a:r>
            <a:endParaRPr lang="en-US" sz="520" dirty="0"/>
          </a:p>
        </p:txBody>
      </p:sp>
      <p:sp>
        <p:nvSpPr>
          <p:cNvPr id="390" name="Shape 387"/>
          <p:cNvSpPr/>
          <p:nvPr/>
        </p:nvSpPr>
        <p:spPr>
          <a:xfrm>
            <a:off x="8052816" y="577900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1" name="Shape 388"/>
          <p:cNvSpPr/>
          <p:nvPr/>
        </p:nvSpPr>
        <p:spPr>
          <a:xfrm>
            <a:off x="8093964" y="585216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392" name="Text 389"/>
          <p:cNvSpPr/>
          <p:nvPr/>
        </p:nvSpPr>
        <p:spPr>
          <a:xfrm>
            <a:off x="8171688" y="58110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350015</a:t>
            </a:r>
            <a:endParaRPr lang="en-US" sz="525" dirty="0"/>
          </a:p>
        </p:txBody>
      </p:sp>
      <p:sp>
        <p:nvSpPr>
          <p:cNvPr id="393" name="Text 390"/>
          <p:cNvSpPr/>
          <p:nvPr/>
        </p:nvSpPr>
        <p:spPr>
          <a:xfrm>
            <a:off x="8583168" y="58110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16</a:t>
            </a:r>
            <a:endParaRPr lang="en-US" sz="525" dirty="0"/>
          </a:p>
        </p:txBody>
      </p:sp>
      <p:sp>
        <p:nvSpPr>
          <p:cNvPr id="394" name="Text 391"/>
          <p:cNvSpPr/>
          <p:nvPr/>
        </p:nvSpPr>
        <p:spPr>
          <a:xfrm>
            <a:off x="10424160" y="58110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395" name="Text 392"/>
          <p:cNvSpPr/>
          <p:nvPr/>
        </p:nvSpPr>
        <p:spPr>
          <a:xfrm>
            <a:off x="11173968" y="58110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£2,930</a:t>
            </a:r>
            <a:endParaRPr lang="en-US" sz="520" dirty="0"/>
          </a:p>
        </p:txBody>
      </p:sp>
      <p:sp>
        <p:nvSpPr>
          <p:cNvPr id="396" name="Shape 393"/>
          <p:cNvSpPr/>
          <p:nvPr/>
        </p:nvSpPr>
        <p:spPr>
          <a:xfrm>
            <a:off x="8052816" y="59847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8093964" y="605790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8171688" y="60167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350019</a:t>
            </a:r>
            <a:endParaRPr lang="en-US" sz="525" dirty="0"/>
          </a:p>
        </p:txBody>
      </p:sp>
      <p:sp>
        <p:nvSpPr>
          <p:cNvPr id="399" name="Text 396"/>
          <p:cNvSpPr/>
          <p:nvPr/>
        </p:nvSpPr>
        <p:spPr>
          <a:xfrm>
            <a:off x="8583168" y="60167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20</a:t>
            </a:r>
            <a:endParaRPr lang="en-US" sz="525" dirty="0"/>
          </a:p>
        </p:txBody>
      </p:sp>
      <p:sp>
        <p:nvSpPr>
          <p:cNvPr id="400" name="Text 397"/>
          <p:cNvSpPr/>
          <p:nvPr/>
        </p:nvSpPr>
        <p:spPr>
          <a:xfrm>
            <a:off x="10424160" y="60167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401" name="Text 398"/>
          <p:cNvSpPr/>
          <p:nvPr/>
        </p:nvSpPr>
        <p:spPr>
          <a:xfrm>
            <a:off x="11173968" y="60167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£2,778</a:t>
            </a:r>
            <a:endParaRPr lang="en-US" sz="520" dirty="0"/>
          </a:p>
        </p:txBody>
      </p:sp>
      <p:sp>
        <p:nvSpPr>
          <p:cNvPr id="402" name="Shape 399"/>
          <p:cNvSpPr/>
          <p:nvPr/>
        </p:nvSpPr>
        <p:spPr>
          <a:xfrm>
            <a:off x="8052816" y="61904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8093964" y="626364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404" name="Text 401"/>
          <p:cNvSpPr/>
          <p:nvPr/>
        </p:nvSpPr>
        <p:spPr>
          <a:xfrm>
            <a:off x="8171688" y="62224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350023</a:t>
            </a:r>
            <a:endParaRPr lang="en-US" sz="525" dirty="0"/>
          </a:p>
        </p:txBody>
      </p:sp>
      <p:sp>
        <p:nvSpPr>
          <p:cNvPr id="405" name="Text 402"/>
          <p:cNvSpPr/>
          <p:nvPr/>
        </p:nvSpPr>
        <p:spPr>
          <a:xfrm>
            <a:off x="8583168" y="62224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24</a:t>
            </a:r>
            <a:endParaRPr lang="en-US" sz="525" dirty="0"/>
          </a:p>
        </p:txBody>
      </p:sp>
      <p:sp>
        <p:nvSpPr>
          <p:cNvPr id="406" name="Text 403"/>
          <p:cNvSpPr/>
          <p:nvPr/>
        </p:nvSpPr>
        <p:spPr>
          <a:xfrm>
            <a:off x="10424160" y="62224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407" name="Text 404"/>
          <p:cNvSpPr/>
          <p:nvPr/>
        </p:nvSpPr>
        <p:spPr>
          <a:xfrm>
            <a:off x="11173968" y="62224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£2,626</a:t>
            </a:r>
            <a:endParaRPr lang="en-US" sz="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Analysis Register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programs reviewed | Connection status and Pub Comm - Specified Sites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programs reviewed | Page 2/2 | Pub Comm - Specified Sites is competitor-generated publisher commission where the primary publisher is not earning.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384048" y="1627632"/>
            <a:ext cx="3742944" cy="210312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1677924"/>
            <a:ext cx="3633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 / Status / Pub Comm</a:t>
            </a:r>
            <a:endParaRPr lang="en-US" sz="580" dirty="0"/>
          </a:p>
        </p:txBody>
      </p:sp>
      <p:sp>
        <p:nvSpPr>
          <p:cNvPr id="8" name="Shape 5"/>
          <p:cNvSpPr/>
          <p:nvPr/>
        </p:nvSpPr>
        <p:spPr>
          <a:xfrm>
            <a:off x="384048" y="18699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5196" y="194310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901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350027</a:t>
            </a:r>
            <a:endParaRPr lang="en-US" sz="525" dirty="0"/>
          </a:p>
        </p:txBody>
      </p:sp>
      <p:sp>
        <p:nvSpPr>
          <p:cNvPr id="11" name="Text 8"/>
          <p:cNvSpPr/>
          <p:nvPr/>
        </p:nvSpPr>
        <p:spPr>
          <a:xfrm>
            <a:off x="914400" y="19019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28</a:t>
            </a:r>
            <a:endParaRPr lang="en-US" sz="525" dirty="0"/>
          </a:p>
        </p:txBody>
      </p:sp>
      <p:sp>
        <p:nvSpPr>
          <p:cNvPr id="12" name="Text 9"/>
          <p:cNvSpPr/>
          <p:nvPr/>
        </p:nvSpPr>
        <p:spPr>
          <a:xfrm>
            <a:off x="2755392" y="1901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13" name="Text 10"/>
          <p:cNvSpPr/>
          <p:nvPr/>
        </p:nvSpPr>
        <p:spPr>
          <a:xfrm>
            <a:off x="3505200" y="19019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£2,474</a:t>
            </a:r>
            <a:endParaRPr lang="en-US" sz="520" dirty="0"/>
          </a:p>
        </p:txBody>
      </p:sp>
      <p:sp>
        <p:nvSpPr>
          <p:cNvPr id="14" name="Shape 11"/>
          <p:cNvSpPr/>
          <p:nvPr/>
        </p:nvSpPr>
        <p:spPr>
          <a:xfrm>
            <a:off x="384048" y="20756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5196" y="214884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1076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350031</a:t>
            </a:r>
            <a:endParaRPr lang="en-US" sz="525" dirty="0"/>
          </a:p>
        </p:txBody>
      </p:sp>
      <p:sp>
        <p:nvSpPr>
          <p:cNvPr id="17" name="Text 14"/>
          <p:cNvSpPr/>
          <p:nvPr/>
        </p:nvSpPr>
        <p:spPr>
          <a:xfrm>
            <a:off x="914400" y="21076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32</a:t>
            </a:r>
            <a:endParaRPr lang="en-US" sz="525" dirty="0"/>
          </a:p>
        </p:txBody>
      </p:sp>
      <p:sp>
        <p:nvSpPr>
          <p:cNvPr id="18" name="Text 15"/>
          <p:cNvSpPr/>
          <p:nvPr/>
        </p:nvSpPr>
        <p:spPr>
          <a:xfrm>
            <a:off x="2755392" y="21076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19" name="Text 16"/>
          <p:cNvSpPr/>
          <p:nvPr/>
        </p:nvSpPr>
        <p:spPr>
          <a:xfrm>
            <a:off x="3505200" y="21076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£2,322</a:t>
            </a:r>
            <a:endParaRPr lang="en-US" sz="520" dirty="0"/>
          </a:p>
        </p:txBody>
      </p:sp>
      <p:sp>
        <p:nvSpPr>
          <p:cNvPr id="20" name="Shape 17"/>
          <p:cNvSpPr/>
          <p:nvPr/>
        </p:nvSpPr>
        <p:spPr>
          <a:xfrm>
            <a:off x="384048" y="22814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5196" y="235458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23134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350035</a:t>
            </a:r>
            <a:endParaRPr lang="en-US" sz="525" dirty="0"/>
          </a:p>
        </p:txBody>
      </p:sp>
      <p:sp>
        <p:nvSpPr>
          <p:cNvPr id="23" name="Text 20"/>
          <p:cNvSpPr/>
          <p:nvPr/>
        </p:nvSpPr>
        <p:spPr>
          <a:xfrm>
            <a:off x="914400" y="23134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36</a:t>
            </a:r>
            <a:endParaRPr lang="en-US" sz="525" dirty="0"/>
          </a:p>
        </p:txBody>
      </p:sp>
      <p:sp>
        <p:nvSpPr>
          <p:cNvPr id="24" name="Text 21"/>
          <p:cNvSpPr/>
          <p:nvPr/>
        </p:nvSpPr>
        <p:spPr>
          <a:xfrm>
            <a:off x="2755392" y="23134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25" name="Text 22"/>
          <p:cNvSpPr/>
          <p:nvPr/>
        </p:nvSpPr>
        <p:spPr>
          <a:xfrm>
            <a:off x="3505200" y="2313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£2,170</a:t>
            </a:r>
            <a:endParaRPr lang="en-US" sz="520" dirty="0"/>
          </a:p>
        </p:txBody>
      </p:sp>
      <p:sp>
        <p:nvSpPr>
          <p:cNvPr id="26" name="Shape 23"/>
          <p:cNvSpPr/>
          <p:nvPr/>
        </p:nvSpPr>
        <p:spPr>
          <a:xfrm>
            <a:off x="384048" y="24871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5196" y="256032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25191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350039</a:t>
            </a:r>
            <a:endParaRPr lang="en-US" sz="525" dirty="0"/>
          </a:p>
        </p:txBody>
      </p:sp>
      <p:sp>
        <p:nvSpPr>
          <p:cNvPr id="29" name="Text 26"/>
          <p:cNvSpPr/>
          <p:nvPr/>
        </p:nvSpPr>
        <p:spPr>
          <a:xfrm>
            <a:off x="914400" y="25191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40</a:t>
            </a:r>
            <a:endParaRPr lang="en-US" sz="525" dirty="0"/>
          </a:p>
        </p:txBody>
      </p:sp>
      <p:sp>
        <p:nvSpPr>
          <p:cNvPr id="30" name="Text 27"/>
          <p:cNvSpPr/>
          <p:nvPr/>
        </p:nvSpPr>
        <p:spPr>
          <a:xfrm>
            <a:off x="2755392" y="25191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31" name="Text 28"/>
          <p:cNvSpPr/>
          <p:nvPr/>
        </p:nvSpPr>
        <p:spPr>
          <a:xfrm>
            <a:off x="3505200" y="25191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£2,018</a:t>
            </a:r>
            <a:endParaRPr lang="en-US" sz="520" dirty="0"/>
          </a:p>
        </p:txBody>
      </p:sp>
      <p:sp>
        <p:nvSpPr>
          <p:cNvPr id="32" name="Shape 29"/>
          <p:cNvSpPr/>
          <p:nvPr/>
        </p:nvSpPr>
        <p:spPr>
          <a:xfrm>
            <a:off x="384048" y="269290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5196" y="276606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27249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350043</a:t>
            </a:r>
            <a:endParaRPr lang="en-US" sz="525" dirty="0"/>
          </a:p>
        </p:txBody>
      </p:sp>
      <p:sp>
        <p:nvSpPr>
          <p:cNvPr id="35" name="Text 32"/>
          <p:cNvSpPr/>
          <p:nvPr/>
        </p:nvSpPr>
        <p:spPr>
          <a:xfrm>
            <a:off x="914400" y="27249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44</a:t>
            </a:r>
            <a:endParaRPr lang="en-US" sz="525" dirty="0"/>
          </a:p>
        </p:txBody>
      </p:sp>
      <p:sp>
        <p:nvSpPr>
          <p:cNvPr id="36" name="Text 33"/>
          <p:cNvSpPr/>
          <p:nvPr/>
        </p:nvSpPr>
        <p:spPr>
          <a:xfrm>
            <a:off x="2755392" y="27249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37" name="Text 34"/>
          <p:cNvSpPr/>
          <p:nvPr/>
        </p:nvSpPr>
        <p:spPr>
          <a:xfrm>
            <a:off x="3505200" y="27249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£1,866</a:t>
            </a:r>
            <a:endParaRPr lang="en-US" sz="520" dirty="0"/>
          </a:p>
        </p:txBody>
      </p:sp>
      <p:sp>
        <p:nvSpPr>
          <p:cNvPr id="38" name="Shape 35"/>
          <p:cNvSpPr/>
          <p:nvPr/>
        </p:nvSpPr>
        <p:spPr>
          <a:xfrm>
            <a:off x="384048" y="289864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25196" y="297180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29306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350047</a:t>
            </a:r>
            <a:endParaRPr lang="en-US" sz="525" dirty="0"/>
          </a:p>
        </p:txBody>
      </p:sp>
      <p:sp>
        <p:nvSpPr>
          <p:cNvPr id="41" name="Text 38"/>
          <p:cNvSpPr/>
          <p:nvPr/>
        </p:nvSpPr>
        <p:spPr>
          <a:xfrm>
            <a:off x="914400" y="29306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48</a:t>
            </a:r>
            <a:endParaRPr lang="en-US" sz="525" dirty="0"/>
          </a:p>
        </p:txBody>
      </p:sp>
      <p:sp>
        <p:nvSpPr>
          <p:cNvPr id="42" name="Text 39"/>
          <p:cNvSpPr/>
          <p:nvPr/>
        </p:nvSpPr>
        <p:spPr>
          <a:xfrm>
            <a:off x="2755392" y="29306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43" name="Text 40"/>
          <p:cNvSpPr/>
          <p:nvPr/>
        </p:nvSpPr>
        <p:spPr>
          <a:xfrm>
            <a:off x="3505200" y="29306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£1,714</a:t>
            </a:r>
            <a:endParaRPr lang="en-US" sz="520" dirty="0"/>
          </a:p>
        </p:txBody>
      </p:sp>
      <p:sp>
        <p:nvSpPr>
          <p:cNvPr id="44" name="Shape 41"/>
          <p:cNvSpPr/>
          <p:nvPr/>
        </p:nvSpPr>
        <p:spPr>
          <a:xfrm>
            <a:off x="384048" y="310438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5196" y="317754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2920" y="31363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350051</a:t>
            </a:r>
            <a:endParaRPr lang="en-US" sz="525" dirty="0"/>
          </a:p>
        </p:txBody>
      </p:sp>
      <p:sp>
        <p:nvSpPr>
          <p:cNvPr id="47" name="Text 44"/>
          <p:cNvSpPr/>
          <p:nvPr/>
        </p:nvSpPr>
        <p:spPr>
          <a:xfrm>
            <a:off x="914400" y="31363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52</a:t>
            </a:r>
            <a:endParaRPr lang="en-US" sz="525" dirty="0"/>
          </a:p>
        </p:txBody>
      </p:sp>
      <p:sp>
        <p:nvSpPr>
          <p:cNvPr id="48" name="Text 45"/>
          <p:cNvSpPr/>
          <p:nvPr/>
        </p:nvSpPr>
        <p:spPr>
          <a:xfrm>
            <a:off x="2755392" y="3136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49" name="Text 46"/>
          <p:cNvSpPr/>
          <p:nvPr/>
        </p:nvSpPr>
        <p:spPr>
          <a:xfrm>
            <a:off x="3505200" y="31363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£1,562</a:t>
            </a:r>
            <a:endParaRPr lang="en-US" sz="520" dirty="0"/>
          </a:p>
        </p:txBody>
      </p:sp>
      <p:sp>
        <p:nvSpPr>
          <p:cNvPr id="50" name="Shape 47"/>
          <p:cNvSpPr/>
          <p:nvPr/>
        </p:nvSpPr>
        <p:spPr>
          <a:xfrm>
            <a:off x="384048" y="331012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5196" y="338328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02920" y="33421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350055</a:t>
            </a:r>
            <a:endParaRPr lang="en-US" sz="525" dirty="0"/>
          </a:p>
        </p:txBody>
      </p:sp>
      <p:sp>
        <p:nvSpPr>
          <p:cNvPr id="53" name="Text 50"/>
          <p:cNvSpPr/>
          <p:nvPr/>
        </p:nvSpPr>
        <p:spPr>
          <a:xfrm>
            <a:off x="914400" y="33421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56</a:t>
            </a:r>
            <a:endParaRPr lang="en-US" sz="525" dirty="0"/>
          </a:p>
        </p:txBody>
      </p:sp>
      <p:sp>
        <p:nvSpPr>
          <p:cNvPr id="54" name="Text 51"/>
          <p:cNvSpPr/>
          <p:nvPr/>
        </p:nvSpPr>
        <p:spPr>
          <a:xfrm>
            <a:off x="2755392" y="33421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55" name="Text 52"/>
          <p:cNvSpPr/>
          <p:nvPr/>
        </p:nvSpPr>
        <p:spPr>
          <a:xfrm>
            <a:off x="3505200" y="33421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£1,410</a:t>
            </a:r>
            <a:endParaRPr lang="en-US" sz="520" dirty="0"/>
          </a:p>
        </p:txBody>
      </p:sp>
      <p:sp>
        <p:nvSpPr>
          <p:cNvPr id="56" name="Shape 53"/>
          <p:cNvSpPr/>
          <p:nvPr/>
        </p:nvSpPr>
        <p:spPr>
          <a:xfrm>
            <a:off x="384048" y="351586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25196" y="358902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02920" y="35478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350059</a:t>
            </a:r>
            <a:endParaRPr lang="en-US" sz="525" dirty="0"/>
          </a:p>
        </p:txBody>
      </p:sp>
      <p:sp>
        <p:nvSpPr>
          <p:cNvPr id="59" name="Text 56"/>
          <p:cNvSpPr/>
          <p:nvPr/>
        </p:nvSpPr>
        <p:spPr>
          <a:xfrm>
            <a:off x="914400" y="35478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60</a:t>
            </a:r>
            <a:endParaRPr lang="en-US" sz="525" dirty="0"/>
          </a:p>
        </p:txBody>
      </p:sp>
      <p:sp>
        <p:nvSpPr>
          <p:cNvPr id="60" name="Text 57"/>
          <p:cNvSpPr/>
          <p:nvPr/>
        </p:nvSpPr>
        <p:spPr>
          <a:xfrm>
            <a:off x="2755392" y="35478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61" name="Text 58"/>
          <p:cNvSpPr/>
          <p:nvPr/>
        </p:nvSpPr>
        <p:spPr>
          <a:xfrm>
            <a:off x="3505200" y="35478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£1,258</a:t>
            </a:r>
            <a:endParaRPr lang="en-US" sz="520" dirty="0"/>
          </a:p>
        </p:txBody>
      </p:sp>
      <p:sp>
        <p:nvSpPr>
          <p:cNvPr id="62" name="Shape 59"/>
          <p:cNvSpPr/>
          <p:nvPr/>
        </p:nvSpPr>
        <p:spPr>
          <a:xfrm>
            <a:off x="384048" y="372160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25196" y="379476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02920" y="37536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350063</a:t>
            </a:r>
            <a:endParaRPr lang="en-US" sz="525" dirty="0"/>
          </a:p>
        </p:txBody>
      </p:sp>
      <p:sp>
        <p:nvSpPr>
          <p:cNvPr id="65" name="Text 62"/>
          <p:cNvSpPr/>
          <p:nvPr/>
        </p:nvSpPr>
        <p:spPr>
          <a:xfrm>
            <a:off x="914400" y="375361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64</a:t>
            </a:r>
            <a:endParaRPr lang="en-US" sz="525" dirty="0"/>
          </a:p>
        </p:txBody>
      </p:sp>
      <p:sp>
        <p:nvSpPr>
          <p:cNvPr id="66" name="Text 63"/>
          <p:cNvSpPr/>
          <p:nvPr/>
        </p:nvSpPr>
        <p:spPr>
          <a:xfrm>
            <a:off x="2755392" y="37536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67" name="Text 64"/>
          <p:cNvSpPr/>
          <p:nvPr/>
        </p:nvSpPr>
        <p:spPr>
          <a:xfrm>
            <a:off x="3505200" y="37536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£1,106</a:t>
            </a:r>
            <a:endParaRPr lang="en-US" sz="520" dirty="0"/>
          </a:p>
        </p:txBody>
      </p:sp>
      <p:sp>
        <p:nvSpPr>
          <p:cNvPr id="68" name="Shape 65"/>
          <p:cNvSpPr/>
          <p:nvPr/>
        </p:nvSpPr>
        <p:spPr>
          <a:xfrm>
            <a:off x="384048" y="392734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25196" y="400050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02920" y="39593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350067</a:t>
            </a:r>
            <a:endParaRPr lang="en-US" sz="525" dirty="0"/>
          </a:p>
        </p:txBody>
      </p:sp>
      <p:sp>
        <p:nvSpPr>
          <p:cNvPr id="71" name="Text 68"/>
          <p:cNvSpPr/>
          <p:nvPr/>
        </p:nvSpPr>
        <p:spPr>
          <a:xfrm>
            <a:off x="914400" y="395935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68</a:t>
            </a:r>
            <a:endParaRPr lang="en-US" sz="525" dirty="0"/>
          </a:p>
        </p:txBody>
      </p:sp>
      <p:sp>
        <p:nvSpPr>
          <p:cNvPr id="72" name="Text 69"/>
          <p:cNvSpPr/>
          <p:nvPr/>
        </p:nvSpPr>
        <p:spPr>
          <a:xfrm>
            <a:off x="2755392" y="39593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73" name="Text 70"/>
          <p:cNvSpPr/>
          <p:nvPr/>
        </p:nvSpPr>
        <p:spPr>
          <a:xfrm>
            <a:off x="3505200" y="39593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£954</a:t>
            </a:r>
            <a:endParaRPr lang="en-US" sz="520" dirty="0"/>
          </a:p>
        </p:txBody>
      </p:sp>
      <p:sp>
        <p:nvSpPr>
          <p:cNvPr id="74" name="Shape 71"/>
          <p:cNvSpPr/>
          <p:nvPr/>
        </p:nvSpPr>
        <p:spPr>
          <a:xfrm>
            <a:off x="384048" y="413308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25196" y="420624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02920" y="41650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350071</a:t>
            </a:r>
            <a:endParaRPr lang="en-US" sz="525" dirty="0"/>
          </a:p>
        </p:txBody>
      </p:sp>
      <p:sp>
        <p:nvSpPr>
          <p:cNvPr id="77" name="Text 74"/>
          <p:cNvSpPr/>
          <p:nvPr/>
        </p:nvSpPr>
        <p:spPr>
          <a:xfrm>
            <a:off x="914400" y="416509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72</a:t>
            </a:r>
            <a:endParaRPr lang="en-US" sz="525" dirty="0"/>
          </a:p>
        </p:txBody>
      </p:sp>
      <p:sp>
        <p:nvSpPr>
          <p:cNvPr id="78" name="Text 75"/>
          <p:cNvSpPr/>
          <p:nvPr/>
        </p:nvSpPr>
        <p:spPr>
          <a:xfrm>
            <a:off x="2755392" y="41650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79" name="Text 76"/>
          <p:cNvSpPr/>
          <p:nvPr/>
        </p:nvSpPr>
        <p:spPr>
          <a:xfrm>
            <a:off x="3505200" y="41650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£802</a:t>
            </a:r>
            <a:endParaRPr lang="en-US" sz="520" dirty="0"/>
          </a:p>
        </p:txBody>
      </p:sp>
      <p:sp>
        <p:nvSpPr>
          <p:cNvPr id="80" name="Shape 77"/>
          <p:cNvSpPr/>
          <p:nvPr/>
        </p:nvSpPr>
        <p:spPr>
          <a:xfrm>
            <a:off x="384048" y="4338828"/>
            <a:ext cx="3742944" cy="19476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25196" y="441198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02920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350075</a:t>
            </a:r>
            <a:endParaRPr lang="en-US" sz="525" dirty="0"/>
          </a:p>
        </p:txBody>
      </p:sp>
      <p:sp>
        <p:nvSpPr>
          <p:cNvPr id="83" name="Text 80"/>
          <p:cNvSpPr/>
          <p:nvPr/>
        </p:nvSpPr>
        <p:spPr>
          <a:xfrm>
            <a:off x="914400" y="437083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76</a:t>
            </a:r>
            <a:endParaRPr lang="en-US" sz="525" dirty="0"/>
          </a:p>
        </p:txBody>
      </p:sp>
      <p:sp>
        <p:nvSpPr>
          <p:cNvPr id="84" name="Text 81"/>
          <p:cNvSpPr/>
          <p:nvPr/>
        </p:nvSpPr>
        <p:spPr>
          <a:xfrm>
            <a:off x="2755392" y="43708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85" name="Text 82"/>
          <p:cNvSpPr/>
          <p:nvPr/>
        </p:nvSpPr>
        <p:spPr>
          <a:xfrm>
            <a:off x="3505200" y="43708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£650</a:t>
            </a:r>
            <a:endParaRPr lang="en-US" sz="520" dirty="0"/>
          </a:p>
        </p:txBody>
      </p:sp>
      <p:sp>
        <p:nvSpPr>
          <p:cNvPr id="86" name="Shape 83"/>
          <p:cNvSpPr/>
          <p:nvPr/>
        </p:nvSpPr>
        <p:spPr>
          <a:xfrm>
            <a:off x="384048" y="4544568"/>
            <a:ext cx="3742944" cy="19476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25196" y="4617720"/>
            <a:ext cx="54864" cy="54864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502920" y="45765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350079</a:t>
            </a:r>
            <a:endParaRPr lang="en-US" sz="525" dirty="0"/>
          </a:p>
        </p:txBody>
      </p:sp>
      <p:sp>
        <p:nvSpPr>
          <p:cNvPr id="89" name="Text 86"/>
          <p:cNvSpPr/>
          <p:nvPr/>
        </p:nvSpPr>
        <p:spPr>
          <a:xfrm>
            <a:off x="914400" y="4576572"/>
            <a:ext cx="1749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5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80</a:t>
            </a:r>
            <a:endParaRPr lang="en-US" sz="525" dirty="0"/>
          </a:p>
        </p:txBody>
      </p:sp>
      <p:sp>
        <p:nvSpPr>
          <p:cNvPr id="90" name="Text 87"/>
          <p:cNvSpPr/>
          <p:nvPr/>
        </p:nvSpPr>
        <p:spPr>
          <a:xfrm>
            <a:off x="2755392" y="45765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5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515" dirty="0"/>
          </a:p>
        </p:txBody>
      </p:sp>
      <p:sp>
        <p:nvSpPr>
          <p:cNvPr id="91" name="Text 88"/>
          <p:cNvSpPr/>
          <p:nvPr/>
        </p:nvSpPr>
        <p:spPr>
          <a:xfrm>
            <a:off x="3505200" y="457657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£498</a:t>
            </a:r>
            <a:endParaRPr lang="en-US" sz="520" dirty="0"/>
          </a:p>
        </p:txBody>
      </p:sp>
      <p:sp>
        <p:nvSpPr>
          <p:cNvPr id="92" name="Shape 89"/>
          <p:cNvSpPr/>
          <p:nvPr/>
        </p:nvSpPr>
        <p:spPr>
          <a:xfrm>
            <a:off x="4218432" y="1627632"/>
            <a:ext cx="3742944" cy="210312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273296" y="1677924"/>
            <a:ext cx="3633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 / Status / Pub Comm</a:t>
            </a:r>
            <a:endParaRPr lang="en-US" sz="580" dirty="0"/>
          </a:p>
        </p:txBody>
      </p:sp>
      <p:sp>
        <p:nvSpPr>
          <p:cNvPr id="94" name="Shape 91"/>
          <p:cNvSpPr/>
          <p:nvPr/>
        </p:nvSpPr>
        <p:spPr>
          <a:xfrm>
            <a:off x="8052816" y="1627632"/>
            <a:ext cx="3742944" cy="210312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107680" y="1677924"/>
            <a:ext cx="3633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 / Status / Pub Comm</a:t>
            </a:r>
            <a:endParaRPr lang="en-US" sz="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programs reviewed | Accepted: 1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354193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Hue UK - AFF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32" name="Shape 29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34" name="Shape 3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+25.0% (4.0% to 5.0%). Conversions increased +25.0% (25),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increased +25.0% (25).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increased +25.0% (GBP 10000 to GBP 12500).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increased +7.1% (GBP 700 to GBP 750).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increased +25.0% (GBP 800 to GBP 1000). Digital wallet contribution was GBP 250 (+150.0%),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brand-new programs were activated, contributing £0 in combined OV.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decline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Movement: Conversion rate increased +25.0% (4.0% to 5.0%). Conversions increased +25.0% (25), showing how efficiently programs converted traffic into outcomes.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the affected program's landing path, voucher validity, and tracking parameters, then retest with one high-intent placement before increasing traffic.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quality dependency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Volume: Total conversions increased +25.0% (25). Largest declining program contribution requires confirmation from mover tables.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2026-05-20T14:01:30Z</dcterms:created>
  <dcterms:modified xsi:type="dcterms:W3CDTF">2026-05-20T14:01:30Z</dcterms:modified>
</cp:coreProperties>
</file>