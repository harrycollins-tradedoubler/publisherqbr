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Site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1600</c:v>
                </c:pt>
                <c:pt idx="2">
                  <c:v>2200</c:v>
                </c:pt>
                <c:pt idx="3">
                  <c:v>1800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Publisher 2</c:v>
                </c:pt>
              </c:strCache>
            </c:strRef>
          </c:tx>
          <c:spPr>
            <a:solidFill>
              <a:srgbClr val="F28E2B"/>
            </a:solidFill>
            <a:ln w="25400" cap="rnd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300</c:v>
                </c:pt>
                <c:pt idx="2">
                  <c:v/>
                </c:pt>
                <c:pt idx="3">
                  <c:v>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Publisher 1</c:v>
                </c:pt>
              </c:strCache>
            </c:strRef>
          </c:tx>
          <c:spPr>
            <a:solidFill>
              <a:srgbClr val="9AA3AD"/>
            </a:solidFill>
            <a:ln w="25400" cap="rnd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500</c:v>
                </c:pt>
                <c:pt idx="1">
                  <c:v/>
                </c:pt>
                <c:pt idx="2">
                  <c:v>900</c:v>
                </c:pt>
                <c:pt idx="3">
                  <c:v>1100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Publisher 4</c:v>
                </c:pt>
              </c:strCache>
            </c:strRef>
          </c:tx>
          <c:spPr>
            <a:solidFill>
              <a:srgbClr val="F2C94C"/>
            </a:solidFill>
            <a:ln w="25400" cap="rnd">
              <a:solidFill>
                <a:srgbClr val="F2C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94C"/>
              </a:solidFill>
              <a:ln w="9525" cap="flat">
                <a:solidFill>
                  <a:srgbClr val="F2C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220</c:v>
                </c:pt>
                <c:pt idx="1">
                  <c:v>260</c:v>
                </c:pt>
                <c:pt idx="2">
                  <c:v>300</c:v>
                </c:pt>
                <c:pt idx="3">
                  <c:v>310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Publisher 3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300</c:v>
                </c:pt>
                <c:pt idx="1">
                  <c:v>450</c:v>
                </c:pt>
                <c:pt idx="2">
                  <c:v>420</c:v>
                </c:pt>
                <c:pt idx="3">
                  <c:v>520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 cap="flat">
            <a:solidFill>
              <a:srgbClr val="D9DEE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l"/>
        <c:majorGridlines>
          <c:spPr>
            <a:ln w="5715" cap="flat">
              <a:solidFill>
                <a:srgbClr val="D9DEE8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4"/>
        <c:crosses val="autoZero"/>
        <c:crossBetween val="between"/>
        <c:majorUnit val="1000"/>
      </c:valAx>
      <c:spPr>
        <a:solidFill>
          <a:srgbClr val="F3F4F6"/>
        </a:solidFill>
        <a:ln w="12700" cap="flat">
          <a:solidFill>
            <a:srgbClr val="F3F4F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B6372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F3F4F6"/>
    </a:solidFill>
    <a:ln w="12700" cap="flat">
      <a:solidFill>
        <a:srgbClr val="F3F4F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Chart Preview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Native Chart Preview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Native Chart Preview, performance was mixed in Jan 2026 – Mar 2026.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1248" y="3383280"/>
          <a:ext cx="10607040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83664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05072" y="4822957"/>
            <a:ext cx="438912" cy="69087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456692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016752" y="5053249"/>
            <a:ext cx="438912" cy="46058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7024" y="479721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028432" y="5283540"/>
            <a:ext cx="438912" cy="23029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18704" y="50275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0040112" y="3558022"/>
            <a:ext cx="438912" cy="1955810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0384" y="330199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422392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05272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Chart Preview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Native Chart Preview</dc:title>
  <dc:subject>Quarterly business review</dc:subject>
  <dc:creator>QBR PPTX Service</dc:creator>
  <cp:lastModifiedBy>QBR PPTX Service</cp:lastModifiedBy>
  <cp:revision>1</cp:revision>
  <dcterms:created xsi:type="dcterms:W3CDTF">2026-05-20T09:44:41Z</dcterms:created>
  <dcterms:modified xsi:type="dcterms:W3CDTF">2026-05-20T09:44:41Z</dcterms:modified>
</cp:coreProperties>
</file>