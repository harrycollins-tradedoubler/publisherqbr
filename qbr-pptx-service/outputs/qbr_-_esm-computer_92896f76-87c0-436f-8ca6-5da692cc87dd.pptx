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ESM-Computer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ESM-Computer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2025 – 31 March 2025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31 March 2025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2024 – 31 March 2024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EUR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389 vs 905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-57.0%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€212,779 vs €405,448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-47.5%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€16,292 vs €28,342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-42.5%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2496312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96312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995928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23944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697480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2697480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€16,292 vs €28,342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5020056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-42.5%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6208776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08776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08392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36408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409944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09944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0.50% vs 0.09%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8732520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+488.2%</a:t>
            </a:r>
            <a:endParaRPr lang="en-US" sz="1020" dirty="0"/>
          </a:p>
        </p:txBody>
      </p:sp>
      <p:sp>
        <p:nvSpPr>
          <p:cNvPr id="39" name="Text 36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ESM-Computer, performance was mixed in Jan 2025 – Mar 2025. Conversions moved -57.0% to 389 and conversion rate moved +488.2% to 0.50%. Publisher commission decreased -42.5% to €16,292, while digital wallet earnings changed N/A to -. Total earnings ended at €16,292 (-42.5%) and total order value decreased -47.5% to €212,779.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78401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2097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6300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-516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-57.0%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+488.2%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77,282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1,057,600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-980,318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-92.7%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€41.88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€31.32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+€10.56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€212,779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€405,448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-€192,669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-47.5%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€16,292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€28,342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-€12,049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-42.5%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€16,292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€28,342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-€12,049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-42.5%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0897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321911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€212,779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00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4703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385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64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931920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share chart requires publisher commission values for the primary site and comparison group.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+488.2% (0.09% to 0.50%). Conversions decreased -57.0% (-516),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-57.0% (-516). Largest declining programs were Audiencerun Side Kick DE (-82.4%), shoop.de (-46.7%), https://www.bounce-commerce.de (DE) (-25.3%).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657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941064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-47.5% (€405,448 to €212,779).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572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855464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-42.5% (€28,342 to €16,292).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486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769864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-42.5% (€28,342 to €16,292).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 mix volatility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targeting360 - DE was the strongest YoY uplift program (Other), adding €145,543 in OV (N/A).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higher-basket placements or bundles with the affected programs, then track order value and conversion mix before adding more low-value volume.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 mix volatility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Audiencerun Side Kick DE was the largest declining program (Other), with OV movement -€283,929 (-81.1%).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higher-basket placements or bundles with the affected programs, then track order value and conversion mix before adding more low-value volume.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brand-new programs were activated, contributing €157,407 in combined OV.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higher-basket placements or bundles with the affected programs, then track order value and conversion mix before adding more low-value volume.</a:t>
            </a:r>
            <a:endParaRPr lang="en-US" sz="7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ESM-Computer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ESM-Computer</dc:title>
  <dc:subject>Quarterly business review</dc:subject>
  <dc:creator>QBR PPTX Service</dc:creator>
  <cp:lastModifiedBy>QBR PPTX Service</cp:lastModifiedBy>
  <cp:revision>1</cp:revision>
  <dcterms:created xsi:type="dcterms:W3CDTF">2026-05-21T13:04:04Z</dcterms:created>
  <dcterms:modified xsi:type="dcterms:W3CDTF">2026-05-21T13:04:04Z</dcterms:modified>
</cp:coreProperties>
</file>