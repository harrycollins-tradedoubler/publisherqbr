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Affiliate Program Quarterly </a:t>
            </a:r>
            <a:pPr indent="0" marL="0">
              <a:buNone/>
            </a:pPr>
            <a:r>
              <a:rPr lang="en-US" sz="29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comprehensive year-over-year analysis of the HP Store affiliate program's performance, publisher dynamics, and strategic priorities to drive growth and optimise outcomes.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Dec 2025 – Mar 2026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Selected period from the QBR request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27080" cy="192024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5146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– 25 March 2026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 vs 61,984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 vs £24,608,446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Average Order Value (AOV)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 vs £397.01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 vs 0.12%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9944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£903,086 vs £935,460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-3.5%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Across 3 selected programs, performance was mixed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Volume, Conversion, Cost &amp; ROI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748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118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5614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5998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 = Sales ÷ Clicks. AOV = Total Order Value ÷ Sales. ROI = Total Order Value ÷ Total Commission.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Breakdown: Volume &amp; Conversion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Per-program view for selected request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Market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Impressions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Rate Improvement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 increased +9.6% (0.12% to 0.13%). Click volume decreased -19.7% (-10,314,194) while sales decreased -12.0% (-7,422), indicating a more efficient sales-to-click mix than in the prior year.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Sales Volume Pressure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30266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Total sales decreased -12.0% (-7,422). Click volume decreased -19.7% (-10,314,194). Largest declines came from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AOV Growth Partially Offsetting Volume Decline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941064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 increased +11.1% (£397.01 to £441.26). Total order value decreased -2.2% (-£532,425) despite lower transaction volume. AOV uplift was concentrated in a smaller set of higher-value publishers.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7000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Rising CPA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983480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CPA increased +9.7% (£15.09 to £16.55). Publisher commission changed -3.5% (-£32,374) year-over-year, so each conversion carried a higher acquisition cost.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614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ROI Trend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897880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 increased +1.3% (26.31 to 26.66). For every unit of commission in the current period, programme return moved from 26.31 to 26.66, showing marginal improvement in spend efficiency.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65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by Segment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320040" y="2176272"/>
            <a:ext cx="5074920" cy="2226564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267712"/>
          <a:ext cx="4855464" cy="2080260"/>
        </p:xfrm>
        <a:graphic>
          <a:graphicData uri="http://schemas.openxmlformats.org/drawingml/2006/table">
            <a:tbl>
              <a:tblPr/>
              <a:tblGrid>
                <a:gridCol w="879653"/>
                <a:gridCol w="809244"/>
                <a:gridCol w="879653"/>
                <a:gridCol w="843991"/>
                <a:gridCol w="809244"/>
                <a:gridCol w="63367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715000" y="1865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24144" y="2340864"/>
            <a:ext cx="4773168" cy="4334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Skimlinks drove the strongest YoY uplift (Content), adding +£590,200 in OV (+18.3%).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VoucherCodes recorded the largest decline (Voucher), with OV movement -£780,112 (-14.2%).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concentration remains high: VoucherCodes and Skimlinks account for £8,551,310 (64.7% of programme OV).</a:t>
            </a:r>
            <a:endParaRPr lang="en-US" sz="1140" dirty="0"/>
          </a:p>
        </p:txBody>
      </p:sp>
      <p:sp>
        <p:nvSpPr>
          <p:cNvPr id="10" name="Shape 6"/>
          <p:cNvSpPr/>
          <p:nvPr/>
        </p:nvSpPr>
        <p:spPr>
          <a:xfrm>
            <a:off x="320040" y="4494276"/>
            <a:ext cx="5074920" cy="0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Segment Performance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12064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[V] Voucher - </a:t>
            </a:r>
            <a:pPr indent="0" marL="0">
              <a:buNone/>
            </a:pPr>
            <a:r>
              <a:rPr lang="en-US" sz="124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-8.4% OV YoY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£7,112,230 total OV | 18 active publishers | Sales: 19,221 (-10.1% YoY). VoucherCodes is the primary drag, with -£780,112 OV YoY (-14.2%). Leading current contributors include VoucherCodes (£4,731,100).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36208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76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[T] Content - </a:t>
            </a:r>
            <a:pPr indent="0" marL="0">
              <a:buNone/>
            </a:pPr>
            <a:r>
              <a:rPr lang="en-US" sz="124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+7.2% OV YoY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437376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£6,108,554 total OV | 23 active publishers | Sales: 15,604 (+6.8% YoY). Skimlinks is the dominant growth driver, delivering +£590,200 OV YoY (+18.3%). Leading current contributors include Skimlinks (£3,820,210).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13232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37376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5102352"/>
            <a:ext cx="11073384" cy="1572768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23036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" y="5541264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 Growth Signals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Factual observations from the data relevant to the programme's sales performance - 2025-12-01 to 2026-03-25.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 Segment: Highest YoY Sales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 growth signal is not fully available in the current extract.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Rate: Improved to 0.13%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Programme conversion rate moved from 0.12% to 0.13% (+9.6%). Sales changed -7,422 while clicks changed -10,314,194, indicating the quality shift in converting traffic.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 Growth Across Multiple Publishers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Programme AOV moved +11.1% to £441.26.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 Segment: Largest Volume Base with Sales Decline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 segment-level signal is not fully available in the current extract.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 Volume Decline Concentrated in Two Publishers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click decline concentration could not be confirmed from available movers data.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drove the strongest YoY uplift (Content), adding +£590,200 in OV (+18.3%).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recorded the largest decline (Voucher), with OV movement -£780,112 (-14.2%).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concentration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concentration remains high: VoucherCodes and Skimlinks account for £8,551,310 (64.7% of programme OV).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Traffic decline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 Improvement: Conversion rate increased +9.6% (0.12% to 0.13%). Click volume decreased -19.7% (-10,314,194) while sales decreased -12.0% (-7,422), indicating a more efficient sales-to-click mix than in the prior year.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Traffic decline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Volume Pressure: Total sales decreased -12.0% (-7,422). Click volume decreased -19.7% (-10,314,194). Largest declines came from VoucherCodes (-14.4%).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8680" y="28986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2026-04-17T08:29:07Z</dcterms:created>
  <dcterms:modified xsi:type="dcterms:W3CDTF">2026-04-17T08:29:07Z</dcterms:modified>
</cp:coreProperties>
</file>