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Client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Reporting period not provided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Reporting period not provided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Comparison period not provided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EUR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Client, performance was mixed in Reporting period not provided. Conversions moved N/A to - and conversion rate moved N/A to -. Publisher commission changed N/A to -, while digital wallet earnings changed N/A to -. Total earnings ended at - (N/A) and total order value changed N/A to -.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1421892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325069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1421892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3922776"/>
            <a:ext cx="3264408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qualifying program movement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7392924" y="3954780"/>
            <a:ext cx="18288" cy="11887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6932" y="3941064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1421892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564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864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61872" y="3931920"/>
            <a:ext cx="9674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share chart requires publisher commission values for the primary site and comparison group.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1021385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875081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54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rate: data not available. Conversions changed N/A (-),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changed N/A (-). Largest declining program contribution requires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value: data not available.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commission: data not available.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earnings: data not available. Digital wallet contribution was - (N/A),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132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variance risk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10058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10058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 not confirmed from available segment and program data.</a:t>
            </a:r>
            <a:endParaRPr lang="en-US" sz="810" dirty="0"/>
          </a:p>
        </p:txBody>
      </p:sp>
      <p:sp>
        <p:nvSpPr>
          <p:cNvPr id="8" name="Text 5"/>
          <p:cNvSpPr/>
          <p:nvPr/>
        </p:nvSpPr>
        <p:spPr>
          <a:xfrm>
            <a:off x="10058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10058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finding into one controlled publisher test with a named program, target metric, start date, and success threshold for the next review.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43708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concentration risk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6634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6634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stable top program concentration signal available in current extract.</a:t>
            </a:r>
            <a:endParaRPr lang="en-US" sz="810" dirty="0"/>
          </a:p>
        </p:txBody>
      </p:sp>
      <p:sp>
        <p:nvSpPr>
          <p:cNvPr id="14" name="Text 11"/>
          <p:cNvSpPr/>
          <p:nvPr/>
        </p:nvSpPr>
        <p:spPr>
          <a:xfrm>
            <a:off x="46634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46634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80284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variance risk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83210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3210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program contribution could not be quantified from available data.</a:t>
            </a:r>
            <a:endParaRPr lang="en-US" sz="810" dirty="0"/>
          </a:p>
        </p:txBody>
      </p:sp>
      <p:sp>
        <p:nvSpPr>
          <p:cNvPr id="20" name="Text 17"/>
          <p:cNvSpPr/>
          <p:nvPr/>
        </p:nvSpPr>
        <p:spPr>
          <a:xfrm>
            <a:off x="83210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3210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finding into one controlled publisher test with a named program, target metric, start date, and success threshold for the next review.</a:t>
            </a:r>
            <a:endParaRPr lang="en-US" sz="7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Client</dc:title>
  <dc:subject>Quarterly business review</dc:subject>
  <dc:creator>QBR PPTX Service</dc:creator>
  <cp:lastModifiedBy>QBR PPTX Service</cp:lastModifiedBy>
  <cp:revision>1</cp:revision>
  <dcterms:created xsi:type="dcterms:W3CDTF">2026-05-19T15:12:54Z</dcterms:created>
  <dcterms:modified xsi:type="dcterms:W3CDTF">2026-05-19T15:12:54Z</dcterms:modified>
</cp:coreProperties>
</file>