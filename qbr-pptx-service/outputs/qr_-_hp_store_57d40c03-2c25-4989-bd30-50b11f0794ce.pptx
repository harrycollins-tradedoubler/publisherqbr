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HP Store Affiliate Program Qarterly siness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 comprehensive year-over-year analysis of the HP Store affiliate program's performance, pblisher dynamics, and strategic priorities to drive growth and optimise otcomes.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QR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0-1-01 to 06-0-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Selected period from the QBR request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927080" cy="192024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5146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Reporting Period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0-1-01 to 06-0-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 Performance: xective Smmary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Sales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,6 vs 61,98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-1.0%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Average Order Value (AOV)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£1.6 vs £97.01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+11.1%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The HP Store Affiliate Program delivered mixed reslts in 0-1-01 to 06-0-. While AOV grew +11.1% to £1.6 and conversion rate improved N/A, total sales declined -1.0% YoY driven by a N/A redction in click volme. Total order vale changed N/A to -. Fll KPI breakdown follows on the next slides.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KPI Smmary Table: Volme, onversion, ost &amp; ROI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Metric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Period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Prior Year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% Variance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61,98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-7,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-1.0%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£97.01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+11.1%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6.66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+1.%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456742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Conversion rate = Sales ÷ Clicks. AOV = Total Order Value ÷ Sales. ROI = Total Order Value ÷ Total Commission.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Program-Level reakdown: Volme &amp; onversion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Per-program view for selected request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Program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Market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Clicks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Impressions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Conversion Rate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Total Order Value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12345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28,411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£12,544,201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-1.8%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23456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19,084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�,�8,904,115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-3.6%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34567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7,067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�,�2,627,705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+4.2%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KPI Highlights &amp; 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onversion Rate Improvement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onversion rate: data not available. lick volme changed N/A (-) while sales decreased -1.0% (-7,), indicating a more efficient sales-to-click mix than in the prior year.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Sales Volme Pressre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Total sales decreased -1.0% (-7,). lick volme changed N/A (-). Largest declining pblisher contribtion reqires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AOV Growth Partially Offsetting Volme ecline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AOV increased +11.1% (£97.01 to £1.6). Total order vale changed N/A (-) despite lower transaction volme. AOV plift was concentrated in a smaller set of higher-vale pblishers.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572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Rising PA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855464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PA: data not available. Pblisher commission changed N/A (-) year-over-year, so each conversion carried a higher acqisition cost.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486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ROI Trend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769864"/>
            <a:ext cx="10652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ROI increased +1.% (6.1 to 6.66). For every nit of commission in the crrent period, programme retrn moved from 6.1 to 6.66, showing marginal improvement in spend efficiency.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8653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Activity by Segment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0" y="1865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724144" y="2340864"/>
            <a:ext cx="4773168" cy="4334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• Top growth pblisher drove the strongest YoY plift (ontent), adding N/A in OV (+18.%).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Pblisher Segment Performance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12064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Segment-level trend not available from crrent data extract.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713232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36208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76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Use segment table to confirm YoY movement drivers before actioning.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6437376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ross-check top pblishers per segment for concentration effects.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13232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6208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6437376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" y="5102352"/>
            <a:ext cx="11073384" cy="1572768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23036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Segment signal not available.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" y="5541264"/>
            <a:ext cx="10744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etailed movement not available from this extract.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Order Vale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Movers &amp; Shakers: licks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Site ID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Clicks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Change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YoY %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Up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5 Down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rand New Pblishers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Publisher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Segment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Sales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 OV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CPA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Sales Growth Signals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Factual observations from the data relevant to the programme's sales performance - 0-1-01 to 06-0-.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Vocher Segment: Highest YoY Sales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Vocher growth signal is not flly available in the crrent extract.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onversion Rate: Moved to N/A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Programme conversion rate moved from N/A to N/A (N/A). Sales changed -7 while clicks changed N/A, indicating the qality shift in converting traffic.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AOV Growth Across Mltiple Pblishers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Programme AOV moved +11.1% to £1.6.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ashback Segment: Largest Volme ase with Sales ecline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ashback segment-level signal is not flly available in the crrent extract.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lick Volme ecline oncentrated in Two Pblishers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Top click decline concentration cold not be confirmed from available movers data.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Risks &amp; 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2510942"/>
                <a:gridCol w="1121054"/>
                <a:gridCol w="757854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Risk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Impact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Mitigation</a:t>
                      </a:r>
                      <a:endParaRPr lang="en-US" sz="105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Medium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Top growth pblisher drove the strongest YoY plift (ontent), adding N/A in OV (+18.%).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Traffic decline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onversion Rate Improvement: onversion rate: data not available. lick volme changed N/A (-) while sales decreased -1.0% (-7,), indicating a more efficient sales-to-click mix than in the prior year.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Performance variance risk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 Volme Pressre: Total sales decreased -1.0% (-7,). lick volme changed N/A (-). Largest declining pblisher contribtion reqires confirmation from mover tables.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 Growth Partially Offsetting Volme ecline: AOV increased +11.1% (£97.01 to £1.6). Total order vale changed N/A (-) despite lower transaction volme. AOV plift was concentrated in a smaller set of higher-vale pblishers.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Rising CPA trend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High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Rising PA: PA: data not available. Pblisher commission changed N/A (-) year-over-year, so each conversion carried a higher acqisition cost.</a:t>
                      </a:r>
                      <a:endParaRPr lang="en-US" sz="10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Any Qestions?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8680" y="28986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>
                    <a:alpha val="85000"/>
                  </a:srgbClr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T Affiliate Program - 0-1-01 to 06-0- Qarterly siness Review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ment Sans" pitchFamily="34" charset="0"/>
                <a:ea typeface="Instrment Sans" pitchFamily="34" charset="-122"/>
                <a:cs typeface="Instr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Metric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Current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Previous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Difference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Variance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licks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,00,161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-10,1,19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-19.7%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Sales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,6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61,98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-7,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-1.0%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onv Rate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0.1%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0.1%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+0.01%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+9.6%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Order vale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£,076,01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£,608,6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AOV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£97.01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+11.1%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Pbl ommission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£90,086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£9,60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-£,7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Total ommission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£90,086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£9,60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-£,7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-.%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PA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£16.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£1.09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+£1.6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+9.7%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ROI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6.66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6.1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+0.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ment Sans" pitchFamily="34" charset="0"/>
                          <a:ea typeface="Instrment Sans" pitchFamily="34" charset="-122"/>
                          <a:cs typeface="Instrment Sans" pitchFamily="34" charset="-120"/>
                        </a:rPr>
                        <a:t>+1.%</a:t>
                      </a:r>
                      <a:endParaRPr lang="en-US" sz="900" dirty="0">
                        <a:latin typeface="Instrment Sans" charset="0"/>
                        <a:ea typeface="Instrment Sans" charset="0"/>
                        <a:cs typeface="Instr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 - HP Store</dc:title>
  <dc:subject>Quarterly business review</dc:subject>
  <dc:creator>QBR PPTX Service</dc:creator>
  <cp:lastModifiedBy>QBR PPTX Service</cp:lastModifiedBy>
  <cp:revision>1</cp:revision>
  <dcterms:created xsi:type="dcterms:W3CDTF">2026-04-17T08:05:39Z</dcterms:created>
  <dcterms:modified xsi:type="dcterms:W3CDTF">2026-04-17T08:05:39Z</dcterms:modified>
</cp:coreProperties>
</file>