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HP Store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December 2025 – 25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25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December 2024 – 25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54,562 vs 61,984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-12.0%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£24,076,021 vs £24,608,446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-2.2%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2697480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£903,086 vs £935,460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5020056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-3.5%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09944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0.13% vs 0.12%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8732520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+9.6%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HP Store, performance was mixed in Dec 2025 – Mar 2026. Conversions moved -12.0% to 54,562 and conversion rate moved +9.6% to 0.13%. Publisher commission decreased -3.5% to £903,086, while digital wallet earnings changed N/A to -. Total earnings ended at £903,086 (-3.5%) and total order value decreased -2.2% to £24,076,021.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8401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2097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6300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54315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0897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23456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Germany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19,084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€8,904,115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34567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Netherlands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7,067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€2,627,705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12345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HP Store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28,411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£12,544,201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programs reviewed | Accepted: 1 | Hold Under Consideration: 1 | Not Connected: 1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F2C94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 UC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42" name="Shape 39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44" name="Shape 41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56418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64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61872" y="3931920"/>
            <a:ext cx="9674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share chart requires publisher commission values for the primary site and comparison group.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+9.6% (0.12% to 0.13%). Conversions decreased -12.0% (-7,422),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-12.0% (-7,422). Largest declining programs were VoucherCodes (-14.4%).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-2.2% (£24,608,446 to £24,076,021).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-3.5% (£935,460 to £903,086).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-3.5% (£935,460 to £903,086).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Skimlinks was the strongest YoY uplift program (Content), adding +£590,200 in OV (+18.3%).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 mix volatility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VoucherCodes was the largest declining program (Voucher), with OV movement -£780,112 (-14.2%).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Prioritise higher-basket placements or bundles with the affected programs, then track order value and conversion mix before adding more low-value volume.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remains high: VoucherCodes and Skimlinks account for £8,551,310 (64.7% of programme OV).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Variance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42,050,161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52,364,355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-10,314,194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Sales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54,562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61,984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-7,422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 Rate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£24,076,021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£24,608,446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-£532,425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AOV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£441.26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£397.01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+£44.25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Commission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£903,086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£935,460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-£32,374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CPA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£16.55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£15.09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+£1.46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ROI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26.66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26.31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+0.35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2026-05-20T08:48:27Z</dcterms:created>
  <dcterms:modified xsi:type="dcterms:W3CDTF">2026-05-20T08:48:27Z</dcterms:modified>
</cp:coreProperties>
</file>