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19 February 2026 – 19 May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19 May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19 February 2025 – 19 May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EUR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93,450 vs 98,729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-5.3%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€15,964,485 vs €24,652,989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-35.2%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€709,391 vs €966,077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-26.6%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€68,128 vs €158,760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-57.1%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€777,519 vs €1,124,837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-30.9%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25.6% vs 23.4%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+9.8%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Feb 2026 – May 2026. Conversions moved -5.3% to 93,450 and conversion rate moved +9.8% to 25.6%. Publisher commission decreased -26.6% to €709,391, while digital wallet earnings decreased -57.1% to €68,128. Total earnings ended at €777,519 (-30.9%) and total order value decreased -35.2% to €15,964,485.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93,450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98,729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-5,279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364,365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422,612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-58,247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€2.13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€2.66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-€0.53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€7.59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€9.79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-€2.19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€15,964,485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€24,652,989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-€8,688,503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€709,391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€966,077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-€256,686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€68,128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€158,760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-€90,632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-57.1%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€777,519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€1,124,837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-€347,318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248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247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155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€128,119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€131,119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11,485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€1,712,056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€110,781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€112,822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€417,294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+48.2%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€78,746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€80,746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53,542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€5,665,783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€39,901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€1,538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€41,438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€393,518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+73.2%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€35,673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€35,790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€137,906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+83.8%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€27,364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€27,364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€542,666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€19,367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€19,367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€488,391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€81,550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€17,352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€17,352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€812,202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-62.8%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€14,584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€14,584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€86,666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€13,820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€35,065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€48,885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€413,884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-61.5%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€346,033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(+90.1%)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40634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44989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€60,717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(+48.2%)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83477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3418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€36,040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(+80.5%)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1225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50896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€17,798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(+83.6%)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37625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4903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€16,244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UK (+103.3%)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2797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6662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€9,843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2262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61268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€9,611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Petgevity (+259.9%)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341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2059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€6,192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(+145.9%)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3170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70348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€5,686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12279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61443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€5,302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(+288.7%)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1067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45370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€4,608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(-39.9%)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168584" y="4077218"/>
            <a:ext cx="2243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81616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-€9,686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Lycamobile (-75.3%)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165488" y="4319534"/>
            <a:ext cx="22743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78520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-€9,819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124686" y="4561850"/>
            <a:ext cx="2682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377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-€11,581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(-40.0%)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16999" y="4804166"/>
            <a:ext cx="27592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30031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-€11,913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(-56.6%)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114455" y="5046482"/>
            <a:ext cx="278469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27487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-€12,022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(-44.9%)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6876179" y="5288798"/>
            <a:ext cx="5167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89211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-€22,310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(-60.1%)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786962" y="5531114"/>
            <a:ext cx="60596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899994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-€26,162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270118" y="5773430"/>
            <a:ext cx="112280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383150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-€48,476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(-83.7%)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745221" y="6015746"/>
            <a:ext cx="1647703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58253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-€71,137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(-64.7%)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-€144,292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€346,033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Serenata Flowers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€30,180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€5,302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€5,302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€63,628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€1,909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€1,909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Merach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€18,126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€1,813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391396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Vogel's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Bargain Hardware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€9,953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€5,451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€6,013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377545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Blenheim Palace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€9,821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€3,025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€3,291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€5,754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€2,773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€2,412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€14,230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4993218"/>
            <a:ext cx="182880" cy="74007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480171"/>
            <a:ext cx="182880" cy="12531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4310893"/>
            <a:ext cx="182880" cy="142239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4156245"/>
            <a:ext cx="182880" cy="15770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4448510"/>
            <a:ext cx="182880" cy="128477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383199"/>
            <a:ext cx="182880" cy="13500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4528383"/>
            <a:ext cx="182880" cy="120490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4658754"/>
            <a:ext cx="182880" cy="1074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4615571"/>
            <a:ext cx="182880" cy="11177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712017"/>
            <a:ext cx="182880" cy="10212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290159"/>
            <a:ext cx="182880" cy="144312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446133"/>
            <a:ext cx="182880" cy="128715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556707"/>
            <a:ext cx="182880" cy="117658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469369"/>
            <a:ext cx="182880" cy="26391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575005"/>
            <a:ext cx="741970" cy="-14349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5431513"/>
            <a:ext cx="741970" cy="-6032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5371186"/>
            <a:ext cx="741970" cy="569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5376878"/>
            <a:ext cx="741970" cy="-1961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357264"/>
            <a:ext cx="741970" cy="4389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5401155"/>
            <a:ext cx="741970" cy="3088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432039"/>
            <a:ext cx="741970" cy="82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432862"/>
            <a:ext cx="741970" cy="1053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5443400"/>
            <a:ext cx="741970" cy="-301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5440383"/>
            <a:ext cx="741970" cy="-55115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5385267"/>
            <a:ext cx="741970" cy="-45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5380695"/>
            <a:ext cx="741970" cy="-1559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5365105"/>
            <a:ext cx="741970" cy="30058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55521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54086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534832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535401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33440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537829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540917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41000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542054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54175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536240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535783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5342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64283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598437"/>
            <a:ext cx="741970" cy="-12623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472204"/>
            <a:ext cx="741970" cy="546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477667"/>
            <a:ext cx="741970" cy="-225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455128"/>
            <a:ext cx="741970" cy="-2489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430233"/>
            <a:ext cx="741970" cy="2368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453916"/>
            <a:ext cx="741970" cy="5509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09009"/>
            <a:ext cx="741970" cy="-989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499110"/>
            <a:ext cx="741970" cy="-1026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488846"/>
            <a:ext cx="741970" cy="477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493624"/>
            <a:ext cx="741970" cy="-658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487040"/>
            <a:ext cx="741970" cy="-172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469827"/>
            <a:ext cx="741970" cy="2158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491406"/>
            <a:ext cx="741970" cy="18253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57557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44934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45480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43226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40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43105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4861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47625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46598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47076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46418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44696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46854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5108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668571"/>
            <a:ext cx="741970" cy="-282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640339"/>
            <a:ext cx="741970" cy="176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642099"/>
            <a:ext cx="741970" cy="1161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653712"/>
            <a:ext cx="741970" cy="-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649140"/>
            <a:ext cx="741970" cy="-1922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629915"/>
            <a:ext cx="741970" cy="-1972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610187"/>
            <a:ext cx="741970" cy="-2004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590139"/>
            <a:ext cx="741970" cy="36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626692"/>
            <a:ext cx="741970" cy="244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629138"/>
            <a:ext cx="741970" cy="-1680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612336"/>
            <a:ext cx="741970" cy="129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625252"/>
            <a:ext cx="741970" cy="-349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621754"/>
            <a:ext cx="741970" cy="8572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64571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61747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61923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63085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62628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6070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58732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56727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60383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60627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58947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60239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598894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846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647494"/>
            <a:ext cx="741970" cy="-5724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590253"/>
            <a:ext cx="741970" cy="7612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666377"/>
            <a:ext cx="741970" cy="-2009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46283"/>
            <a:ext cx="741970" cy="1732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63611"/>
            <a:ext cx="741970" cy="374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67360"/>
            <a:ext cx="741970" cy="164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69006"/>
            <a:ext cx="741970" cy="-4146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627538"/>
            <a:ext cx="741970" cy="1216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639699"/>
            <a:ext cx="741970" cy="1954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659244"/>
            <a:ext cx="741970" cy="-32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655953"/>
            <a:ext cx="741970" cy="-1101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44934"/>
            <a:ext cx="741970" cy="-528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39653"/>
            <a:ext cx="741970" cy="7678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62463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673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64351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2342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4075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4450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4614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60467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61683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6363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6330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62207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167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69358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2026-05-04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2026-05-11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2026-05-18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3437870"/>
            <a:ext cx="438912" cy="207596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318183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3447882"/>
            <a:ext cx="438912" cy="206595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19185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4883033"/>
            <a:ext cx="438912" cy="63079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462700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976485"/>
            <a:ext cx="438912" cy="53734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2045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140025"/>
            <a:ext cx="438912" cy="37380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88399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096637"/>
            <a:ext cx="438912" cy="41719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84060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397017"/>
            <a:ext cx="438912" cy="11681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51409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340279"/>
            <a:ext cx="438912" cy="17355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508424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373654"/>
            <a:ext cx="438912" cy="14017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511762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70317"/>
            <a:ext cx="438912" cy="14351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1142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+9.8% (23.4% to 25.6%). Conversions decreased -5.3% (-5,279),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-5.3% (-5,279).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-35.2% (€24,652,989 to €15,964,485).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-26.6% (€966,077 to €709,391).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-30.9% (€1,124,837 to €777,519). Digital wallet contribution was €68,128 (-57.1%),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- Order value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contributes 35.5% of current order value (€5,665,783 of €15,964,485).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Conversion dependency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contributes 57.3% of current conversions (53,542 of 93,450).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contributes 51.5% of current digital wallet (€35,065 of €68,128).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2026-05-19T14:54:34Z</dcterms:created>
  <dcterms:modified xsi:type="dcterms:W3CDTF">2026-05-19T14:54:34Z</dcterms:modified>
</cp:coreProperties>
</file>