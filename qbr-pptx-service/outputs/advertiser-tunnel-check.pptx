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Advertiser Tunnel Check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Advertiser Tunnel Check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Q1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Q1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Q1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Advertiser Tunnel Check, performance was mixed in Q1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Advertiser Tunnel Check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Advertiser Tunnel Check</dc:title>
  <dc:subject>Quarterly business review</dc:subject>
  <dc:creator>QBR PPTX Service</dc:creator>
  <cp:lastModifiedBy>QBR PPTX Service</cp:lastModifiedBy>
  <cp:revision>1</cp:revision>
  <dcterms:created xsi:type="dcterms:W3CDTF">2026-05-21T13:20:39Z</dcterms:created>
  <dcterms:modified xsi:type="dcterms:W3CDTF">2026-05-21T13:20:39Z</dcterms:modified>
</cp:coreProperties>
</file>