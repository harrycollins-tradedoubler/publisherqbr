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HP Store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December 2025 – 25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25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December 2024 – 25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 vs 61,984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 vs £24,608,446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697480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5020056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09944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 vs 0.12%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8732520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+9.6%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HP Store, performance was mixed in Dec 2025 – Mar 2026. Conversions moved -12.0% to 54,562 and conversion rate moved +9.6% to 0.13%. Publisher commission decreased -3.5% to £903,086, while digital wallet earnings changed N/A to -. Total earnings ended at £903,086 (-3.5%) and total order value decreased -2.2% to £24,076,021.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178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€8,904,115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€2,627,705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£12,544,201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+9.6% (0.12% to 0.13%). Conversions decreased -12.0% (-7,422),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-12.0% (-7,422). Largest declining programs were VoucherCodes (-14.4%).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-2.2% (£24,608,446 to £24,076,021).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-3.5% (£935,460 to £903,086).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-3.5% (£935,460 to £903,086).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4215384"/>
                <a:gridCol w="1121054"/>
                <a:gridCol w="58741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/ rationale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 mix volatility. Evidence: Skimlinks was the strongest YoY uplift program (Content), adding +£590,200 in OV (+18.3%).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basket-value mix by program and separate volume issues from average-order-value movement.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 mix volatility. Evidence: VoucherCodes was the largest declining program (Voucher), with OV movement -£780,112 (-14.2%).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basket-value mix by program and separate volume issues from average-order-value movement.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concentration risk. Evidence: Program concentration remains high: VoucherCodes and Skimlinks account for £8,551,310 (64.7% of programme OV).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reliance on the exposed program set by building a second tier of contributors.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Traffic decline. Evidence: Conversion Rate Movement: Conversion rate increased +9.6% (0.12% to 0.13%). Conversions decreased -12.0% (-7,422), showing how efficiently programs converted traffic into outcomes.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Audit traffic quality, landing-page routing, and tracking handoff for the affected program before adding exposure.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quality dependency. Evidence: Conversion Volume: Total conversions decreased -12.0% (-7,422). Largest declining programs were VoucherCodes (-14.4%).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reliance on the exposed program set by building a second tier of contributors.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£441.26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£397.01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+£44.25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26.31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2026-05-19T09:41:53Z</dcterms:created>
  <dcterms:modified xsi:type="dcterms:W3CDTF">2026-05-19T09:41:53Z</dcterms:modified>
</cp:coreProperties>
</file>