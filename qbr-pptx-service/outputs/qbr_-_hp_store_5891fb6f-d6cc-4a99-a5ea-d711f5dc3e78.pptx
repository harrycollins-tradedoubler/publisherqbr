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31136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005840" y="2761488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1005840" y="3456432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Skimlinks was the strongest YoY uplift program (Content), adding +£590,200 in OV (+18.3%).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2231136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663440" y="2761488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663440" y="3456432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was the largest declining program (Voucher), with OV movement -£780,112 (-14.2%).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2231136"/>
            <a:ext cx="676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321040" y="2761488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8321040" y="3456432"/>
            <a:ext cx="2816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remains high: VoucherCodes and Skimlinks account for £8,551,310 (64.7% of programme OV).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2026-05-19T10:45:22Z</dcterms:created>
  <dcterms:modified xsi:type="dcterms:W3CDTF">2026-05-19T10:45:22Z</dcterms:modified>
</cp:coreProperties>
</file>