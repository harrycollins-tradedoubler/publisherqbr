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9048" y="1783080"/>
            <a:ext cx="0" cy="443484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4000500"/>
            <a:ext cx="10771632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20756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987552" y="253288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73368" y="20756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6373368" y="253288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87552" y="429310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987552" y="475030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2026-05-19T10:28:47Z</dcterms:created>
  <dcterms:modified xsi:type="dcterms:W3CDTF">2026-05-19T10:28:47Z</dcterms:modified>
</cp:coreProperties>
</file>