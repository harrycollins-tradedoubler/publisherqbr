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Affiliate Program Quarterly </a:t>
            </a:r>
            <a:pPr indent="0" marL="0">
              <a:buNone/>
            </a:pPr>
            <a:r>
              <a:rPr lang="en-US" sz="29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comprehensive year-over-year analysis of the HP Store affiliate program's performance, publisher dynamics,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 2025 – Mar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– 25 March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 vs 61,984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 vs £24,608,446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 vs £397.01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 vs 0.12%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£903,086 vs £935,460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-3.5%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Across 3 selected programs, performance was mixed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Volume, Conversion, Cost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748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118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561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5998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Breakdown: Volume &amp; Conversion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Market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Impressions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Sales Volume Pressure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 decreased by 10,314,194 (-19.7%) and Sales decreased by 7,422 (-12.0%).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Rate Improvement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increased by 0.01% to 0.13% (+9.6%).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AOV Growth Partially Offsetting Volume Decline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increased by £44.25 (+11.1%) while Order value decreased by £532,425 (-2.2%).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Rising CPA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Publisher/Total Commission decreased by £32,374 (-3.5%); CPA increased by £1.46 (+9.7%); ROI increased by 0.35 (+1.3%).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0040" y="2176272"/>
            <a:ext cx="507492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267712"/>
          <a:ext cx="4855464" cy="2080260"/>
        </p:xfrm>
        <a:graphic>
          <a:graphicData uri="http://schemas.openxmlformats.org/drawingml/2006/table">
            <a:tbl>
              <a:tblPr/>
              <a:tblGrid>
                <a:gridCol w="879653"/>
                <a:gridCol w="809244"/>
                <a:gridCol w="879653"/>
                <a:gridCol w="843991"/>
                <a:gridCol w="809244"/>
                <a:gridCol w="63367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Skimlinks drove the strongest YoY uplift (Content), adding +£590,200 in OV (+18.3%).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VoucherCodes recorded the largest decline (Voucher), with OV movement -£780,112 (-14.2%).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concentration remains high: VoucherCodes and Skimlinks account for £8,551,310 (64.7% of programme OV).</a:t>
            </a:r>
            <a:endParaRPr lang="en-US" sz="1140" dirty="0"/>
          </a:p>
        </p:txBody>
      </p:sp>
      <p:sp>
        <p:nvSpPr>
          <p:cNvPr id="10" name="Shape 6"/>
          <p:cNvSpPr/>
          <p:nvPr/>
        </p:nvSpPr>
        <p:spPr>
          <a:xfrm>
            <a:off x="320040" y="4494276"/>
            <a:ext cx="507492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[V] Voucher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-8.4% OV YoY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£7,112,230 total OV | 18 active publishers | Sales: 19,221 (-10.1% YoY). VoucherCodes is the primary drag, with -£780,112 OV YoY (-14.2%). Leading current contributors include VoucherCodes (£4,731,100).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[T] Content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+7.2% OV YoY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£6,108,554 total OV | 23 active publishers | Sales: 15,604 (+6.8% YoY). Skimlinks is the dominant growth driver, delivering +£590,200 OV YoY (+18.3%). Leading current contributors include Skimlinks (£3,820,210).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Factual observations from the data relevant to the programme's sales performance - 2025-12-01 to 2026-03-25.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Rate: Improved to 0.13%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conversion rate moved from 0.12% to 0.13% (+9.6%). Sales changed -7,422 while clicks changed -10,314,194,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AOV moved +11.1% to £441.26.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drove the strongest YoY uplift (Content), adding +£590,200 in OV (+18.3%).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recorded the largest decline (Voucher), with OV movement -£780,112 (-14.2%).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remains high: VoucherCodes and Skimlinks account for £8,551,310 (64.7% of programme OV).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 decreased by 10,314,194 (-19.7%) and Sales decreased by 7,422 (-12.0%).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quality dependency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 increased by 0.01% to 0.13% (+9.6%).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2026-04-17T08:21:39Z</dcterms:created>
  <dcterms:modified xsi:type="dcterms:W3CDTF">2026-04-17T08:21:39Z</dcterms:modified>
</cp:coreProperties>
</file>