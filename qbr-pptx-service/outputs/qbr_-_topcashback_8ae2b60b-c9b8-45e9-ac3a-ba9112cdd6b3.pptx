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19 February 2026 – 19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19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19 February 2025 – 19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93,503 vs 98,729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-5.3%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€15,969,923 vs €24,652,989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-35.2%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€709,661 vs €966,077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€68,128 vs €158,760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-57.1%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€777,789 vs €1,124,837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-30.9%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25.6% vs 23.4%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+9.8%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Feb 2026 – May 2026. Conversions moved -5.3% to 93,503 and conversion rate moved +9.8% to 25.6%. Publisher commission decreased -26.5% to €709,661, while digital wallet earnings decreased -57.1% to €68,128. Total earnings ended at €777,789 (-30.9%) and total order value decreased -35.2% to €15,969,923.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93,503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98,729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-5,226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364,612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422,612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-58,000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-€0.53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€7.59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€9.79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-€2.20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€15,969,923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€24,652,989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-€8,683,066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€709,661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€966,077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-€256,416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€68,128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€158,760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-€90,632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€777,789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€1,124,837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-€347,048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€128,138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€131,138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€1,712,332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€110,819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€112,859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€417,439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€78,789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€80,789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53,573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€5,669,223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€39,901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€1,538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€41,439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€393,518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€35,684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€35,800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€137,945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€543,155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€19,367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€19,367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€488,391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€17,843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€17,843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€812,202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€86,723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€13,820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€35,065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€48,885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€413,884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-61.5%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339939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Mortgage Genie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-€360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€9,309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€9,413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+148.1%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+138.9%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+1560.0%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(+90.1%)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407213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45857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€60,736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(+48.3%)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83589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4538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€36,078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(+80.5%)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1237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51019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€17,798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(+83.7%)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37661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5254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€16,255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(+103.3%)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2804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66691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€9,843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226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61334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€9,611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Petgevity (+259.9%)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345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2102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€6,192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(+148.1%)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33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72393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€5,773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12308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61733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€5,313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(+288.7%)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10675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45402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€4,608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(-39.9%)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168716" y="4077218"/>
            <a:ext cx="22420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81748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-€9,677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Lycamobile (-75.3%)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165420" y="4319534"/>
            <a:ext cx="22750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78452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-€9,819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124606" y="4561850"/>
            <a:ext cx="26831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3763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-€11,581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(-40.0%)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16956" y="4804166"/>
            <a:ext cx="27596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29988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-€11,911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(-56.6%)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14372" y="5046482"/>
            <a:ext cx="27855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27404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-€12,022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(-44.9%)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6876592" y="5288798"/>
            <a:ext cx="5163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8962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-€22,285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(-60.1%)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786782" y="5531114"/>
            <a:ext cx="60614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99814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-€26,162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269784" y="5773430"/>
            <a:ext cx="1123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82816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-€48,476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(-83.7%)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744730" y="6015746"/>
            <a:ext cx="164819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57762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-€71,137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(-64.7%)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-€144,249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€346,033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€30,253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€63,773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€18,126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391396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Vogel's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€9,953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€5,451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€6,013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377545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Blenheim Palace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 programs reviewed | Accepted: 34 | Not Connected: 17 | Created from 19 November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7794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326005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53553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Educa...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326005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52916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394402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Armani Beauty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326005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90476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326005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28037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326005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65598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Mormon...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326005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03159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326005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40719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326005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78280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326005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15841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326005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53401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40" dirty="0"/>
          </a:p>
        </p:txBody>
      </p:sp>
      <p:sp>
        <p:nvSpPr>
          <p:cNvPr id="79" name="Text 76"/>
          <p:cNvSpPr/>
          <p:nvPr/>
        </p:nvSpPr>
        <p:spPr>
          <a:xfrm>
            <a:off x="2326005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90962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84" name="Text 81"/>
          <p:cNvSpPr/>
          <p:nvPr/>
        </p:nvSpPr>
        <p:spPr>
          <a:xfrm>
            <a:off x="2326005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613492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628523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62404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6240428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326005" y="62404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2" name="Shape 89"/>
          <p:cNvSpPr/>
          <p:nvPr/>
        </p:nvSpPr>
        <p:spPr>
          <a:xfrm>
            <a:off x="3007233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054782" y="177794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3153537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95" name="Text 92"/>
          <p:cNvSpPr/>
          <p:nvPr/>
        </p:nvSpPr>
        <p:spPr>
          <a:xfrm>
            <a:off x="3610737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96" name="Text 93"/>
          <p:cNvSpPr/>
          <p:nvPr/>
        </p:nvSpPr>
        <p:spPr>
          <a:xfrm>
            <a:off x="4949190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97" name="Shape 94"/>
          <p:cNvSpPr/>
          <p:nvPr/>
        </p:nvSpPr>
        <p:spPr>
          <a:xfrm>
            <a:off x="3007233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2153553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394412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Helena Rubinstein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4949190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52916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-...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4949190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90476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on...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4949190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328037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400327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Practice...</a:t>
            </a:r>
            <a:endParaRPr lang="en-US" sz="640" dirty="0"/>
          </a:p>
        </p:txBody>
      </p:sp>
      <p:sp>
        <p:nvSpPr>
          <p:cNvPr id="116" name="Text 113"/>
          <p:cNvSpPr/>
          <p:nvPr/>
        </p:nvSpPr>
        <p:spPr>
          <a:xfrm>
            <a:off x="4949190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65598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University...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4949190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403159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Official...</a:t>
            </a:r>
            <a:endParaRPr lang="en-US" sz="640" dirty="0"/>
          </a:p>
        </p:txBody>
      </p:sp>
      <p:sp>
        <p:nvSpPr>
          <p:cNvPr id="126" name="Text 123"/>
          <p:cNvSpPr/>
          <p:nvPr/>
        </p:nvSpPr>
        <p:spPr>
          <a:xfrm>
            <a:off x="4949190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440719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131" name="Text 128"/>
          <p:cNvSpPr/>
          <p:nvPr/>
        </p:nvSpPr>
        <p:spPr>
          <a:xfrm>
            <a:off x="4949190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78280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4949190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515841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40" dirty="0"/>
          </a:p>
        </p:txBody>
      </p:sp>
      <p:sp>
        <p:nvSpPr>
          <p:cNvPr id="141" name="Text 138"/>
          <p:cNvSpPr/>
          <p:nvPr/>
        </p:nvSpPr>
        <p:spPr>
          <a:xfrm>
            <a:off x="4949190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553401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146" name="Text 143"/>
          <p:cNvSpPr/>
          <p:nvPr/>
        </p:nvSpPr>
        <p:spPr>
          <a:xfrm>
            <a:off x="4949190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90962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Appli...</a:t>
            </a:r>
            <a:endParaRPr lang="en-US" sz="640" dirty="0"/>
          </a:p>
        </p:txBody>
      </p:sp>
      <p:sp>
        <p:nvSpPr>
          <p:cNvPr id="151" name="Text 148"/>
          <p:cNvSpPr/>
          <p:nvPr/>
        </p:nvSpPr>
        <p:spPr>
          <a:xfrm>
            <a:off x="4949190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613492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628523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62404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6240428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156" name="Text 153"/>
          <p:cNvSpPr/>
          <p:nvPr/>
        </p:nvSpPr>
        <p:spPr>
          <a:xfrm>
            <a:off x="4949190" y="62404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59" name="Shape 156"/>
          <p:cNvSpPr/>
          <p:nvPr/>
        </p:nvSpPr>
        <p:spPr>
          <a:xfrm>
            <a:off x="5630418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677967" y="177794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776722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162" name="Text 159"/>
          <p:cNvSpPr/>
          <p:nvPr/>
        </p:nvSpPr>
        <p:spPr>
          <a:xfrm>
            <a:off x="6233922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163" name="Text 160"/>
          <p:cNvSpPr/>
          <p:nvPr/>
        </p:nvSpPr>
        <p:spPr>
          <a:xfrm>
            <a:off x="7572375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64" name="Shape 161"/>
          <p:cNvSpPr/>
          <p:nvPr/>
        </p:nvSpPr>
        <p:spPr>
          <a:xfrm>
            <a:off x="5630418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677967" y="2153553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5776722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167" name="Text 164"/>
          <p:cNvSpPr/>
          <p:nvPr/>
        </p:nvSpPr>
        <p:spPr>
          <a:xfrm>
            <a:off x="6233922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168" name="Text 165"/>
          <p:cNvSpPr/>
          <p:nvPr/>
        </p:nvSpPr>
        <p:spPr>
          <a:xfrm>
            <a:off x="7572375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69" name="Shape 166"/>
          <p:cNvSpPr/>
          <p:nvPr/>
        </p:nvSpPr>
        <p:spPr>
          <a:xfrm>
            <a:off x="5630418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252916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40" dirty="0"/>
          </a:p>
        </p:txBody>
      </p:sp>
      <p:sp>
        <p:nvSpPr>
          <p:cNvPr id="173" name="Text 170"/>
          <p:cNvSpPr/>
          <p:nvPr/>
        </p:nvSpPr>
        <p:spPr>
          <a:xfrm>
            <a:off x="7572375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90476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572375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328037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572375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365598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572375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403159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193" name="Text 190"/>
          <p:cNvSpPr/>
          <p:nvPr/>
        </p:nvSpPr>
        <p:spPr>
          <a:xfrm>
            <a:off x="7572375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440719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394407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YSL Beauty UK</a:t>
            </a:r>
            <a:endParaRPr lang="en-US" sz="640" dirty="0"/>
          </a:p>
        </p:txBody>
      </p:sp>
      <p:sp>
        <p:nvSpPr>
          <p:cNvPr id="198" name="Text 195"/>
          <p:cNvSpPr/>
          <p:nvPr/>
        </p:nvSpPr>
        <p:spPr>
          <a:xfrm>
            <a:off x="7572375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47828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immers...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572375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5158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MSc...</a:t>
            </a:r>
            <a:endParaRPr lang="en-US" sz="640" dirty="0"/>
          </a:p>
        </p:txBody>
      </p:sp>
      <p:sp>
        <p:nvSpPr>
          <p:cNvPr id="208" name="Text 205"/>
          <p:cNvSpPr/>
          <p:nvPr/>
        </p:nvSpPr>
        <p:spPr>
          <a:xfrm>
            <a:off x="7572375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553401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213" name="Text 210"/>
          <p:cNvSpPr/>
          <p:nvPr/>
        </p:nvSpPr>
        <p:spPr>
          <a:xfrm>
            <a:off x="7572375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590962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40" dirty="0"/>
          </a:p>
        </p:txBody>
      </p:sp>
      <p:sp>
        <p:nvSpPr>
          <p:cNvPr id="218" name="Text 215"/>
          <p:cNvSpPr/>
          <p:nvPr/>
        </p:nvSpPr>
        <p:spPr>
          <a:xfrm>
            <a:off x="7572375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613492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628523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62404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6240428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immersiv...</a:t>
            </a:r>
            <a:endParaRPr lang="en-US" sz="640" dirty="0"/>
          </a:p>
        </p:txBody>
      </p:sp>
      <p:sp>
        <p:nvSpPr>
          <p:cNvPr id="223" name="Text 220"/>
          <p:cNvSpPr/>
          <p:nvPr/>
        </p:nvSpPr>
        <p:spPr>
          <a:xfrm>
            <a:off x="7572375" y="62404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26" name="Shape 223"/>
          <p:cNvSpPr/>
          <p:nvPr/>
        </p:nvSpPr>
        <p:spPr>
          <a:xfrm>
            <a:off x="8253603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8301152" y="177794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8399907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229" name="Text 226"/>
          <p:cNvSpPr/>
          <p:nvPr/>
        </p:nvSpPr>
        <p:spPr>
          <a:xfrm>
            <a:off x="8857107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40" dirty="0"/>
          </a:p>
        </p:txBody>
      </p:sp>
      <p:sp>
        <p:nvSpPr>
          <p:cNvPr id="230" name="Text 227"/>
          <p:cNvSpPr/>
          <p:nvPr/>
        </p:nvSpPr>
        <p:spPr>
          <a:xfrm>
            <a:off x="10195560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1" name="Shape 228"/>
          <p:cNvSpPr/>
          <p:nvPr/>
        </p:nvSpPr>
        <p:spPr>
          <a:xfrm>
            <a:off x="8253603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301152" y="2153553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8399907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234" name="Text 231"/>
          <p:cNvSpPr/>
          <p:nvPr/>
        </p:nvSpPr>
        <p:spPr>
          <a:xfrm>
            <a:off x="8857107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40" dirty="0"/>
          </a:p>
        </p:txBody>
      </p:sp>
      <p:sp>
        <p:nvSpPr>
          <p:cNvPr id="235" name="Text 232"/>
          <p:cNvSpPr/>
          <p:nvPr/>
        </p:nvSpPr>
        <p:spPr>
          <a:xfrm>
            <a:off x="10195560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6" name="Shape 233"/>
          <p:cNvSpPr/>
          <p:nvPr/>
        </p:nvSpPr>
        <p:spPr>
          <a:xfrm>
            <a:off x="8253603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301152" y="25291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8" name="Text 235"/>
          <p:cNvSpPr/>
          <p:nvPr/>
        </p:nvSpPr>
        <p:spPr>
          <a:xfrm>
            <a:off x="8399907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39" name="Text 236"/>
          <p:cNvSpPr/>
          <p:nvPr/>
        </p:nvSpPr>
        <p:spPr>
          <a:xfrm>
            <a:off x="8857107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Affiliate...</a:t>
            </a:r>
            <a:endParaRPr lang="en-US" sz="640" dirty="0"/>
          </a:p>
        </p:txBody>
      </p:sp>
      <p:sp>
        <p:nvSpPr>
          <p:cNvPr id="240" name="Text 237"/>
          <p:cNvSpPr/>
          <p:nvPr/>
        </p:nvSpPr>
        <p:spPr>
          <a:xfrm>
            <a:off x="10195560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1" name="Shape 238"/>
          <p:cNvSpPr/>
          <p:nvPr/>
        </p:nvSpPr>
        <p:spPr>
          <a:xfrm>
            <a:off x="8253603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290476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45" name="Text 242"/>
          <p:cNvSpPr/>
          <p:nvPr/>
        </p:nvSpPr>
        <p:spPr>
          <a:xfrm>
            <a:off x="10195560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328037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Margarets...</a:t>
            </a:r>
            <a:endParaRPr lang="en-US" sz="640" dirty="0"/>
          </a:p>
        </p:txBody>
      </p:sp>
      <p:sp>
        <p:nvSpPr>
          <p:cNvPr id="250" name="Text 247"/>
          <p:cNvSpPr/>
          <p:nvPr/>
        </p:nvSpPr>
        <p:spPr>
          <a:xfrm>
            <a:off x="10195560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365598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195560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403159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Musical...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195560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440719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195560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47828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270" name="Text 267"/>
          <p:cNvSpPr/>
          <p:nvPr/>
        </p:nvSpPr>
        <p:spPr>
          <a:xfrm>
            <a:off x="10195560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5158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275" name="Text 272"/>
          <p:cNvSpPr/>
          <p:nvPr/>
        </p:nvSpPr>
        <p:spPr>
          <a:xfrm>
            <a:off x="10195560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553401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40" dirty="0"/>
          </a:p>
        </p:txBody>
      </p:sp>
      <p:sp>
        <p:nvSpPr>
          <p:cNvPr id="280" name="Text 277"/>
          <p:cNvSpPr/>
          <p:nvPr/>
        </p:nvSpPr>
        <p:spPr>
          <a:xfrm>
            <a:off x="10195560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590962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Compute...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195560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€3,291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€5,757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€2,773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€14,235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4993218"/>
            <a:ext cx="182880" cy="74007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480171"/>
            <a:ext cx="182880" cy="12531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4310893"/>
            <a:ext cx="182880" cy="142239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4156245"/>
            <a:ext cx="182880" cy="15770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4448510"/>
            <a:ext cx="182880" cy="128477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383199"/>
            <a:ext cx="182880" cy="13500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4528383"/>
            <a:ext cx="182880" cy="1204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4658754"/>
            <a:ext cx="182880" cy="1074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4615571"/>
            <a:ext cx="182880" cy="11177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712017"/>
            <a:ext cx="182880" cy="10212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290159"/>
            <a:ext cx="182880" cy="144312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446133"/>
            <a:ext cx="182880" cy="128715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556707"/>
            <a:ext cx="182880" cy="117658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63197"/>
            <a:ext cx="182880" cy="27009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575005"/>
            <a:ext cx="741970" cy="-1434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5431513"/>
            <a:ext cx="741970" cy="-603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5371186"/>
            <a:ext cx="741970" cy="56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5376878"/>
            <a:ext cx="741970" cy="-1961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357264"/>
            <a:ext cx="741970" cy="438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5401155"/>
            <a:ext cx="741970" cy="3088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432039"/>
            <a:ext cx="741970" cy="82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432862"/>
            <a:ext cx="741970" cy="1053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5443400"/>
            <a:ext cx="741970" cy="-30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5440383"/>
            <a:ext cx="741970" cy="-55115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5385267"/>
            <a:ext cx="741970" cy="-45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5380695"/>
            <a:ext cx="741970" cy="-155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5365105"/>
            <a:ext cx="741970" cy="29923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55521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54086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534832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535401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3344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537829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540917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4100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54205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54175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536240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53578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5342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64148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598437"/>
            <a:ext cx="741970" cy="-12623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472204"/>
            <a:ext cx="741970" cy="546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477667"/>
            <a:ext cx="741970" cy="-225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455128"/>
            <a:ext cx="741970" cy="-248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430233"/>
            <a:ext cx="741970" cy="2368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453916"/>
            <a:ext cx="741970" cy="5509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09009"/>
            <a:ext cx="741970" cy="-989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499110"/>
            <a:ext cx="741970" cy="-1026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488846"/>
            <a:ext cx="741970" cy="477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493624"/>
            <a:ext cx="741970" cy="-658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487040"/>
            <a:ext cx="741970" cy="-172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469827"/>
            <a:ext cx="741970" cy="2158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491406"/>
            <a:ext cx="741970" cy="1804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57557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44934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45480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43226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40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43105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4861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7625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659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47076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4641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44696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46854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4900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668571"/>
            <a:ext cx="741970" cy="-282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640339"/>
            <a:ext cx="741970" cy="176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642099"/>
            <a:ext cx="741970" cy="1161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653712"/>
            <a:ext cx="741970" cy="-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649140"/>
            <a:ext cx="741970" cy="-1922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629915"/>
            <a:ext cx="741970" cy="-197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610187"/>
            <a:ext cx="741970" cy="-2004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90139"/>
            <a:ext cx="741970" cy="36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626692"/>
            <a:ext cx="741970" cy="244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629138"/>
            <a:ext cx="741970" cy="-1680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612336"/>
            <a:ext cx="741970" cy="129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625252"/>
            <a:ext cx="741970" cy="-349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621754"/>
            <a:ext cx="741970" cy="8330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64571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6174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61923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63085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62628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6070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58732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5672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60383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60627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58947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60239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59889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821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647494"/>
            <a:ext cx="741970" cy="-5724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590253"/>
            <a:ext cx="741970" cy="761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666377"/>
            <a:ext cx="741970" cy="-2009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46283"/>
            <a:ext cx="741970" cy="1732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3611"/>
            <a:ext cx="741970" cy="374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67360"/>
            <a:ext cx="741970" cy="16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69006"/>
            <a:ext cx="741970" cy="-4146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627538"/>
            <a:ext cx="741970" cy="1216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639699"/>
            <a:ext cx="741970" cy="1954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659244"/>
            <a:ext cx="741970" cy="-32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655953"/>
            <a:ext cx="741970" cy="-1101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44934"/>
            <a:ext cx="741970" cy="-528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39653"/>
            <a:ext cx="741970" cy="7662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62463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673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64351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234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075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445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4614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6046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61683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636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6330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62207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167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342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2026-05-18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37870"/>
            <a:ext cx="438912" cy="207596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8183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447882"/>
            <a:ext cx="438912" cy="206595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9185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883033"/>
            <a:ext cx="438912" cy="63079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2700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976485"/>
            <a:ext cx="438912" cy="53734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2045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0025"/>
            <a:ext cx="438912" cy="37380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399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096637"/>
            <a:ext cx="438912" cy="41719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4060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397017"/>
            <a:ext cx="438912" cy="1168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09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3654"/>
            <a:ext cx="438912" cy="14017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762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70317"/>
            <a:ext cx="438912" cy="14351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+9.8% (23.4% to 25.6%). Conversions decreased -5.3% (-5,226),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-5.3% (-5,226).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-35.2% (€24,652,989 to €15,969,923).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-26.5% (€966,077 to €709,661).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-30.9% (€1,124,837 to €777,789). Digital wallet contribution was €68,128 (-57.1%),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 Order value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contributes 35.5% of current order value (€5,669,223 of €15,969,923).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Conversion dependency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contributes 57.3% of current conversions (53,573 of 93,503).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contributes 51.5% of current digital wallet (€35,065 of €68,128).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2026-05-19T15:45:28Z</dcterms:created>
  <dcterms:modified xsi:type="dcterms:W3CDTF">2026-05-19T15:45:28Z</dcterms:modified>
</cp:coreProperties>
</file>