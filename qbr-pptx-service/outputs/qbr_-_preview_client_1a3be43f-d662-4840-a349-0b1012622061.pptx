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Client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Preview Client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Preview Client, performance was mixed in Jan 2026 – Mar 2026. Conversions moved N/A to - and conversion rate moved N/A to -. Publisher commission changed N/A to -, while digital wallet earnings changed N/A to -. Total earnings ended at - (N/A) and total order value changed N/A to -.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3250692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142189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3922776"/>
            <a:ext cx="3264408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qualifying program movement</a:t>
            </a:r>
            <a:endParaRPr lang="en-US" sz="640" dirty="0"/>
          </a:p>
        </p:txBody>
      </p:sp>
      <p:sp>
        <p:nvSpPr>
          <p:cNvPr id="12" name="Shape 9"/>
          <p:cNvSpPr/>
          <p:nvPr/>
        </p:nvSpPr>
        <p:spPr>
          <a:xfrm>
            <a:off x="7392924" y="3954780"/>
            <a:ext cx="18288" cy="11887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6932" y="3941064"/>
            <a:ext cx="8412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156819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1421892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GBP 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2064" y="3127248"/>
            <a:ext cx="11137392" cy="312724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005840" y="3383280"/>
            <a:ext cx="10533888" cy="241401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1,000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2" name="Shape 18"/>
          <p:cNvSpPr/>
          <p:nvPr/>
        </p:nvSpPr>
        <p:spPr>
          <a:xfrm>
            <a:off x="2286000" y="5504688"/>
            <a:ext cx="182880" cy="22860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79792" y="5321808"/>
            <a:ext cx="182880" cy="41148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10076688" y="5230368"/>
            <a:ext cx="182880" cy="50292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2377440" y="5687568"/>
            <a:ext cx="2596896" cy="-9144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974336" y="5596128"/>
            <a:ext cx="5193792" cy="-9144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2354580" y="566470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951476" y="557326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10145268" y="54818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2377440" y="5276088"/>
            <a:ext cx="2596896" cy="-27432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974336" y="5001768"/>
            <a:ext cx="2596896" cy="-27432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571232" y="4727448"/>
            <a:ext cx="2596896" cy="18288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2354580" y="525322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4951476" y="497890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548372" y="470458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0145268" y="488746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30930" y="5806440"/>
            <a:ext cx="249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38" name="Text 34"/>
          <p:cNvSpPr/>
          <p:nvPr/>
        </p:nvSpPr>
        <p:spPr>
          <a:xfrm>
            <a:off x="3727826" y="5806440"/>
            <a:ext cx="249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39" name="Text 35"/>
          <p:cNvSpPr/>
          <p:nvPr/>
        </p:nvSpPr>
        <p:spPr>
          <a:xfrm>
            <a:off x="6324722" y="5806440"/>
            <a:ext cx="249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40" name="Text 36"/>
          <p:cNvSpPr/>
          <p:nvPr/>
        </p:nvSpPr>
        <p:spPr>
          <a:xfrm>
            <a:off x="8921618" y="5806440"/>
            <a:ext cx="24930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41" name="Shape 37"/>
          <p:cNvSpPr/>
          <p:nvPr/>
        </p:nvSpPr>
        <p:spPr>
          <a:xfrm>
            <a:off x="4736592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43" name="Shape 39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45" name="Shape 41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83664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05072" y="4822957"/>
            <a:ext cx="438912" cy="69087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456692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016752" y="5053249"/>
            <a:ext cx="438912" cy="46058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7024" y="479721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028432" y="5283540"/>
            <a:ext cx="438912" cy="23029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18704" y="50275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0040112" y="3558022"/>
            <a:ext cx="438912" cy="1955810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0384" y="330199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422392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05272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rate: data not available. Conversions changed N/A (-),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changed N/A (-).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value: data not available.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commission: data not available.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earnings: data not available. Digital wallet contribution was - (N/A),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not confirmed from available segment and program data.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concentration risk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stable top program concentration signal available in current extract.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variance risk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program contribution could not be quantified from available data.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finding into one controlled publisher test with a named program, target metric, start date, and success threshold for the next review.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Preview Client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Preview Client</dc:title>
  <dc:subject>Quarterly business review</dc:subject>
  <dc:creator>QBR PPTX Service</dc:creator>
  <cp:lastModifiedBy>QBR PPTX Service</cp:lastModifiedBy>
  <cp:revision>1</cp:revision>
  <dcterms:created xsi:type="dcterms:W3CDTF">2026-05-20T09:12:25Z</dcterms:created>
  <dcterms:modified xsi:type="dcterms:W3CDTF">2026-05-20T09:12:25Z</dcterms:modified>
</cp:coreProperties>
</file>