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358537" y="5482971"/>
            <a:ext cx="182880" cy="2503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00507" y="4087139"/>
            <a:ext cx="182880" cy="164614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42478" y="5325237"/>
            <a:ext cx="182880" cy="40805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4448" y="5365699"/>
            <a:ext cx="182880" cy="3675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6418" y="5305349"/>
            <a:ext cx="182880" cy="4279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8389" y="4511192"/>
            <a:ext cx="182880" cy="12220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0359" y="5277917"/>
            <a:ext cx="182880" cy="4553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2329" y="5107838"/>
            <a:ext cx="182880" cy="62545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94299" y="5178019"/>
            <a:ext cx="182880" cy="55526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36270" y="4911014"/>
            <a:ext cx="182880" cy="8222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78240" y="4662754"/>
            <a:ext cx="182880" cy="1070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520210" y="4571543"/>
            <a:ext cx="182880" cy="116174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62181" y="4824832"/>
            <a:ext cx="182880" cy="90845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004151" y="5481371"/>
            <a:ext cx="182880" cy="2519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449977" y="5013884"/>
            <a:ext cx="741970" cy="-1076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1947" y="4906213"/>
            <a:ext cx="741970" cy="-18310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3918" y="4723105"/>
            <a:ext cx="741970" cy="859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75888" y="4809058"/>
            <a:ext cx="741970" cy="31135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17858" y="5120411"/>
            <a:ext cx="741970" cy="-32209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59829" y="4798314"/>
            <a:ext cx="741970" cy="223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1799" y="5021656"/>
            <a:ext cx="741970" cy="10012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43769" y="5121783"/>
            <a:ext cx="741970" cy="-1602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385739" y="4961534"/>
            <a:ext cx="741970" cy="-1005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27710" y="4951476"/>
            <a:ext cx="741970" cy="-63185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69680" y="4319626"/>
            <a:ext cx="741970" cy="3458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11650" y="4665497"/>
            <a:ext cx="741970" cy="-16710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53621" y="4498391"/>
            <a:ext cx="741970" cy="86250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427117" y="499102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169087" y="48833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911058" y="4700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53028" y="478619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394998" y="50975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36969" y="477545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78939" y="499879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620909" y="50989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362879" y="493867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104850" y="492861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846820" y="429676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588790" y="464263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330761" y="447553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731" y="533803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449977" y="5702884"/>
            <a:ext cx="741970" cy="-2811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191947" y="5674766"/>
            <a:ext cx="741970" cy="365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933918" y="5711342"/>
            <a:ext cx="741970" cy="-20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675888" y="5709285"/>
            <a:ext cx="741970" cy="-333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17858" y="5675909"/>
            <a:ext cx="741970" cy="-27889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59829" y="5397017"/>
            <a:ext cx="741970" cy="12618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01799" y="5523205"/>
            <a:ext cx="741970" cy="-297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643769" y="5520233"/>
            <a:ext cx="741970" cy="-1440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85739" y="5505831"/>
            <a:ext cx="741970" cy="-23545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27710" y="5270373"/>
            <a:ext cx="741970" cy="-9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869680" y="5269459"/>
            <a:ext cx="741970" cy="754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611650" y="5277002"/>
            <a:ext cx="741970" cy="6309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353621" y="5340096"/>
            <a:ext cx="741970" cy="29352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427117" y="568002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169087" y="56519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911058" y="568848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53028" y="568642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394998" y="56530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136969" y="537415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878939" y="550034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620909" y="549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362879" y="548297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104850" y="52475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846820" y="52465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9588790" y="52541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330761" y="531723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1072731" y="561075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449977" y="5405247"/>
            <a:ext cx="741970" cy="-13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91947" y="5403875"/>
            <a:ext cx="741970" cy="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933918" y="5408447"/>
            <a:ext cx="741970" cy="10538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675888" y="5513832"/>
            <a:ext cx="741970" cy="-21717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417858" y="5492115"/>
            <a:ext cx="741970" cy="-1485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159829" y="5477256"/>
            <a:ext cx="741970" cy="3429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901799" y="5511546"/>
            <a:ext cx="741970" cy="-27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643769" y="5508803"/>
            <a:ext cx="741970" cy="-23271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385739" y="5276088"/>
            <a:ext cx="741970" cy="-1433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8127710" y="5132756"/>
            <a:ext cx="741970" cy="14196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869680" y="5274716"/>
            <a:ext cx="741970" cy="121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11650" y="5286832"/>
            <a:ext cx="741970" cy="-79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353621" y="5207279"/>
            <a:ext cx="741970" cy="45079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427117" y="53823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69087" y="538101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911058" y="53855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653028" y="5490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394998" y="54692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136969" y="54543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878939" y="54886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620909" y="5485943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362879" y="525322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104850" y="51098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846820" y="52518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588790" y="5263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10330761" y="51844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072731" y="56352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449977" y="5562295"/>
            <a:ext cx="741970" cy="4572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191947" y="5608015"/>
            <a:ext cx="741970" cy="-3497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933918" y="5573039"/>
            <a:ext cx="741970" cy="5257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3675888" y="5625617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417858" y="5668823"/>
            <a:ext cx="741970" cy="-2057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159829" y="5648249"/>
            <a:ext cx="741970" cy="-823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901799" y="5640019"/>
            <a:ext cx="741970" cy="-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643769" y="5596814"/>
            <a:ext cx="741970" cy="-486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7385739" y="5548122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127710" y="5591327"/>
            <a:ext cx="741970" cy="-7246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869680" y="5518861"/>
            <a:ext cx="741970" cy="9212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11650" y="5610987"/>
            <a:ext cx="741970" cy="3406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0353621" y="5645048"/>
            <a:ext cx="741970" cy="7429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427117" y="553943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169087" y="558515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911058" y="555017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653028" y="560275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394998" y="564596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136969" y="562538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5878939" y="561715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620909" y="557395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362879" y="5525262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104850" y="556846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49600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588790" y="55881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330761" y="562218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1072731" y="569648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43" name="Text 139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44" name="Text 140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56" name="Shape 15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7" name="Text 15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58" name="Shape 15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2026-05-20T08:59:17Z</dcterms:created>
  <dcterms:modified xsi:type="dcterms:W3CDTF">2026-05-20T08:59:17Z</dcterms:modified>
</cp:coreProperties>
</file>